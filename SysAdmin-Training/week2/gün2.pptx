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4C65-1DF6-3C6A-2BF4-CC67591A2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0AA4B-535F-4365-3BF0-AE4AC701E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B368-0802-1B03-DB9B-3DA3B5B9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207D8-CEE6-945D-A8CE-AF41E944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4F526-1017-0D93-08DA-D5D12617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3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C384-4029-A24A-2512-0F46A90C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0BF0A-2334-8E35-99B6-DE9CB206A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BBF66-9409-447F-FCE2-F46256B6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1A82D-6B10-4025-15B9-E9A9A833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A45B8-32E7-1FDD-D11F-6EF7B097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2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A97B-C905-14C2-1805-3731FFAE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6B625-D33D-FDE1-DBCA-72E33FE32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7284A-5F28-F379-A836-3788BF98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0E953-E176-B552-BC03-40098C0C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35337-801F-5096-AAEF-0D695EC3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54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2BB2-AAD2-EB28-D23F-E1926C7E1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B492-8240-3327-B18B-E5D68A10D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0F202-BA56-5259-1C6D-12469E12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472A3-2F86-032B-2011-0A13829A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96104-79CC-592A-CB38-A2C73CBB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A3EAE-EDC6-315F-4819-2C89F60B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80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7A2F-25DD-710D-82CC-0279F367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DD112-F685-1FFF-5167-F5D534F5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EA9CD-C955-CBC9-D092-C2F40DC70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48390-0A87-EED1-433E-99D80699F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29BBE-450C-1B84-F6E9-2C4E7FEC6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02796-2B22-6292-DB7B-76F7E4DF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21E99-0137-9FE1-8AA5-362BDD3B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22FCF-C7F0-5C22-04D6-F7164BC7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40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C9AD-55E9-EF48-2DD9-2366617B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95591-3B00-029F-A9CF-17B465D8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249CF-F050-4D17-3BA1-B7BE12B2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F0448-D5BE-2F22-5272-946ED751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3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DD03CB-3A17-3839-DD9F-FB56FD5C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40FC5-B0B8-30B6-C067-2BD8A88F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85EC7-3050-9284-BCA4-4D49C0B8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0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BEDA-EE46-65B8-D360-32C9523C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70C4-D7F3-D150-AE97-573E7E65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FA1DE-3F9F-3C8B-A647-41A71CB23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57228-15D3-5D17-2451-A950D9C3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D00EE-B842-4F17-5419-7C60237F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B4252-91A6-C08E-7F1E-03AA8B29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8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602A-8348-B7AE-7950-503ABA55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D1AE5-0AB7-7714-6428-71F4F2CE3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44180-EEA7-DFD3-E019-F0294DB50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3A277-24FD-7C79-BBEB-C8D2364A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61029-9DFF-5F5F-AEAF-3BDD653B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AB2DA-C3F0-A471-7F97-C25D5101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3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5073-6628-DE9A-FA2E-5545191D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1E8F8-2593-DFE1-E268-C0838DCA2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3DA7A-4DDA-051A-9B38-29FF460F8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8FCB6-75A3-F42F-79F5-8902F4CE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A7C0-36B3-E1B8-64CD-08B72FA1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5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3B6F1-097B-FB37-7E24-EC43E3A47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3163A-9A17-A034-F11C-AC1E1C16B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9ED4A-E13F-99BE-F9E6-45FF2645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FF332-5AB3-18C0-D51D-817609D1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4955B-9996-D9C2-C2FF-D962E007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2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DCF57-DE31-3DB6-01B3-8553366D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7A301-82EF-8F47-B5F1-29075BA8A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8956-1FF6-16F4-1487-51BA80FE6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BA8A9-85AF-4AF8-B3E9-E4596726A94F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B77A0-14BA-AF32-80AD-E89708F23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09953-0254-F4BD-4DAF-ECAEEC601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87C07-09D8-41DE-93CD-F80DD510F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8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1164-9526-006B-AD95-DC5B7146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Linux-da </a:t>
            </a:r>
            <a:r>
              <a:rPr lang="en-US" sz="5400" b="1" dirty="0" err="1">
                <a:solidFill>
                  <a:srgbClr val="FF0000"/>
                </a:solidFill>
              </a:rPr>
              <a:t>İcazə</a:t>
            </a:r>
            <a:r>
              <a:rPr lang="en-US" sz="5400" b="1" dirty="0">
                <a:solidFill>
                  <a:srgbClr val="FF0000"/>
                </a:solidFill>
              </a:rPr>
              <a:t> (Permission) </a:t>
            </a:r>
            <a:r>
              <a:rPr lang="en-US" sz="5400" b="1" dirty="0" err="1">
                <a:solidFill>
                  <a:srgbClr val="FF0000"/>
                </a:solidFill>
              </a:rPr>
              <a:t>Məntiqi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E46D-9FFF-BFFD-CF9E-554F00A52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913" y="2141537"/>
            <a:ext cx="8714173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Linux </a:t>
            </a:r>
            <a:r>
              <a:rPr lang="en-US" sz="3200" dirty="0" err="1"/>
              <a:t>çoxistifadəçili</a:t>
            </a:r>
            <a:r>
              <a:rPr lang="en-US" sz="3200" dirty="0"/>
              <a:t> (Multi-user) </a:t>
            </a:r>
            <a:r>
              <a:rPr lang="en-US" sz="3200" dirty="0" err="1"/>
              <a:t>bir</a:t>
            </a:r>
            <a:r>
              <a:rPr lang="en-US" sz="3200" dirty="0"/>
              <a:t> </a:t>
            </a:r>
            <a:r>
              <a:rPr lang="en-US" sz="3200" dirty="0" err="1"/>
              <a:t>sistemdir</a:t>
            </a:r>
            <a:r>
              <a:rPr lang="en-US" sz="3200" dirty="0"/>
              <a:t>. </a:t>
            </a:r>
            <a:r>
              <a:rPr lang="en-US" sz="3200" dirty="0" err="1"/>
              <a:t>Yəni</a:t>
            </a:r>
            <a:r>
              <a:rPr lang="en-US" sz="3200" dirty="0"/>
              <a:t> </a:t>
            </a:r>
            <a:r>
              <a:rPr lang="en-US" sz="3200" dirty="0" err="1"/>
              <a:t>eyni</a:t>
            </a:r>
            <a:r>
              <a:rPr lang="en-US" sz="3200" dirty="0"/>
              <a:t> </a:t>
            </a:r>
            <a:r>
              <a:rPr lang="en-US" sz="3200" dirty="0" err="1"/>
              <a:t>serverdə</a:t>
            </a:r>
            <a:r>
              <a:rPr lang="en-US" sz="3200" dirty="0"/>
              <a:t> </a:t>
            </a:r>
            <a:r>
              <a:rPr lang="en-US" sz="3200" dirty="0" err="1"/>
              <a:t>həm</a:t>
            </a:r>
            <a:r>
              <a:rPr lang="en-US" sz="3200" dirty="0"/>
              <a:t> </a:t>
            </a:r>
            <a:r>
              <a:rPr lang="en-US" sz="3200" dirty="0" err="1"/>
              <a:t>sən</a:t>
            </a:r>
            <a:r>
              <a:rPr lang="en-US" sz="3200" dirty="0"/>
              <a:t>, </a:t>
            </a:r>
            <a:r>
              <a:rPr lang="en-US" sz="3200" dirty="0" err="1"/>
              <a:t>həm</a:t>
            </a:r>
            <a:r>
              <a:rPr lang="en-US" sz="3200" dirty="0"/>
              <a:t> </a:t>
            </a:r>
            <a:r>
              <a:rPr lang="en-US" sz="3200" dirty="0" err="1"/>
              <a:t>digər</a:t>
            </a:r>
            <a:r>
              <a:rPr lang="en-US" sz="3200" dirty="0"/>
              <a:t> </a:t>
            </a:r>
            <a:r>
              <a:rPr lang="en-US" sz="3200" dirty="0" err="1"/>
              <a:t>iş</a:t>
            </a:r>
            <a:r>
              <a:rPr lang="en-US" sz="3200" dirty="0"/>
              <a:t> </a:t>
            </a:r>
            <a:r>
              <a:rPr lang="en-US" sz="3200" dirty="0" err="1"/>
              <a:t>yoldaşların</a:t>
            </a:r>
            <a:r>
              <a:rPr lang="en-US" sz="3200" dirty="0"/>
              <a:t>, </a:t>
            </a:r>
            <a:r>
              <a:rPr lang="en-US" sz="3200" dirty="0" err="1"/>
              <a:t>həm</a:t>
            </a:r>
            <a:r>
              <a:rPr lang="en-US" sz="3200" dirty="0"/>
              <a:t> </a:t>
            </a:r>
            <a:r>
              <a:rPr lang="en-US" sz="3200" dirty="0" err="1"/>
              <a:t>də</a:t>
            </a:r>
            <a:r>
              <a:rPr lang="en-US" sz="3200" dirty="0"/>
              <a:t> </a:t>
            </a:r>
            <a:r>
              <a:rPr lang="en-US" sz="3200" dirty="0" err="1"/>
              <a:t>proqramların</a:t>
            </a:r>
            <a:r>
              <a:rPr lang="en-US" sz="3200" dirty="0"/>
              <a:t> </a:t>
            </a:r>
            <a:r>
              <a:rPr lang="en-US" sz="3200" dirty="0" err="1"/>
              <a:t>özləri</a:t>
            </a:r>
            <a:r>
              <a:rPr lang="en-US" sz="3200" dirty="0"/>
              <a:t> (</a:t>
            </a:r>
            <a:r>
              <a:rPr lang="en-US" sz="3200" dirty="0" err="1"/>
              <a:t>məsələn</a:t>
            </a:r>
            <a:r>
              <a:rPr lang="en-US" sz="3200" dirty="0"/>
              <a:t>, </a:t>
            </a:r>
            <a:r>
              <a:rPr lang="en-US" sz="3200" dirty="0" err="1"/>
              <a:t>veb</a:t>
            </a:r>
            <a:r>
              <a:rPr lang="en-US" sz="3200" dirty="0"/>
              <a:t> server) </a:t>
            </a:r>
            <a:r>
              <a:rPr lang="en-US" sz="3200" dirty="0" err="1"/>
              <a:t>işləyə</a:t>
            </a:r>
            <a:r>
              <a:rPr lang="en-US" sz="3200" dirty="0"/>
              <a:t> </a:t>
            </a:r>
            <a:r>
              <a:rPr lang="en-US" sz="3200" dirty="0" err="1"/>
              <a:t>bilər</a:t>
            </a:r>
            <a:r>
              <a:rPr lang="en-US" sz="3200" dirty="0"/>
              <a:t>. </a:t>
            </a:r>
            <a:r>
              <a:rPr lang="en-US" sz="3200" dirty="0" err="1"/>
              <a:t>Hər</a:t>
            </a:r>
            <a:r>
              <a:rPr lang="en-US" sz="3200" dirty="0"/>
              <a:t> </a:t>
            </a:r>
            <a:r>
              <a:rPr lang="en-US" sz="3200" dirty="0" err="1"/>
              <a:t>kəsin</a:t>
            </a:r>
            <a:r>
              <a:rPr lang="en-US" sz="3200" dirty="0"/>
              <a:t> </a:t>
            </a:r>
            <a:r>
              <a:rPr lang="en-US" sz="3200" dirty="0" err="1"/>
              <a:t>hər</a:t>
            </a:r>
            <a:r>
              <a:rPr lang="en-US" sz="3200" dirty="0"/>
              <a:t> </a:t>
            </a:r>
            <a:r>
              <a:rPr lang="en-US" sz="3200" dirty="0" err="1"/>
              <a:t>fayla</a:t>
            </a:r>
            <a:r>
              <a:rPr lang="en-US" sz="3200" dirty="0"/>
              <a:t> </a:t>
            </a:r>
            <a:r>
              <a:rPr lang="en-US" sz="3200" dirty="0" err="1"/>
              <a:t>toxunmaması</a:t>
            </a:r>
            <a:r>
              <a:rPr lang="en-US" sz="3200" dirty="0"/>
              <a:t> </a:t>
            </a:r>
            <a:r>
              <a:rPr lang="en-US" sz="3200" dirty="0" err="1"/>
              <a:t>üçün</a:t>
            </a:r>
            <a:r>
              <a:rPr lang="en-US" sz="3200" dirty="0"/>
              <a:t> Linux-da 3 </a:t>
            </a:r>
            <a:r>
              <a:rPr lang="en-US" sz="3200" dirty="0" err="1"/>
              <a:t>növ</a:t>
            </a:r>
            <a:r>
              <a:rPr lang="en-US" sz="3200" dirty="0"/>
              <a:t> </a:t>
            </a:r>
            <a:r>
              <a:rPr lang="en-US" sz="3200" dirty="0" err="1"/>
              <a:t>icazə</a:t>
            </a:r>
            <a:r>
              <a:rPr lang="en-US" sz="3200" dirty="0"/>
              <a:t> </a:t>
            </a:r>
            <a:r>
              <a:rPr lang="en-US" sz="3200" dirty="0" err="1"/>
              <a:t>və</a:t>
            </a:r>
            <a:r>
              <a:rPr lang="en-US" sz="3200" dirty="0"/>
              <a:t> 3 </a:t>
            </a:r>
            <a:r>
              <a:rPr lang="en-US" sz="3200" dirty="0" err="1"/>
              <a:t>fərqli</a:t>
            </a:r>
            <a:r>
              <a:rPr lang="en-US" sz="3200" dirty="0"/>
              <a:t> </a:t>
            </a:r>
            <a:r>
              <a:rPr lang="en-US" sz="3200" dirty="0" err="1"/>
              <a:t>sahiblik</a:t>
            </a:r>
            <a:r>
              <a:rPr lang="en-US" sz="3200" dirty="0"/>
              <a:t> </a:t>
            </a:r>
            <a:r>
              <a:rPr lang="en-US" sz="3200" dirty="0" err="1"/>
              <a:t>səviyyəsi</a:t>
            </a:r>
            <a:r>
              <a:rPr lang="en-US" sz="3200" dirty="0"/>
              <a:t> var.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59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8469-F3B0-6E2B-652E-560C6324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İcazə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Növləri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FE6C-3D7A-1D98-F49B-E258A3E9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 (Read - </a:t>
            </a:r>
            <a:r>
              <a:rPr lang="en-US" b="1" dirty="0" err="1">
                <a:solidFill>
                  <a:srgbClr val="FF0000"/>
                </a:solidFill>
              </a:rPr>
              <a:t>Oxuma</a:t>
            </a:r>
            <a:r>
              <a:rPr lang="en-US" b="1" dirty="0">
                <a:solidFill>
                  <a:srgbClr val="FF0000"/>
                </a:solidFill>
              </a:rPr>
              <a:t>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Faylın</a:t>
            </a:r>
            <a:r>
              <a:rPr lang="en-US" dirty="0"/>
              <a:t> </a:t>
            </a:r>
            <a:r>
              <a:rPr lang="en-US" dirty="0" err="1"/>
              <a:t>içinə</a:t>
            </a:r>
            <a:r>
              <a:rPr lang="en-US" dirty="0"/>
              <a:t> </a:t>
            </a:r>
            <a:r>
              <a:rPr lang="en-US" dirty="0" err="1"/>
              <a:t>baxmaq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qovluğun</a:t>
            </a:r>
            <a:r>
              <a:rPr lang="en-US" dirty="0"/>
              <a:t> </a:t>
            </a:r>
            <a:r>
              <a:rPr lang="en-US" dirty="0" err="1"/>
              <a:t>içindəkiləri</a:t>
            </a:r>
            <a:r>
              <a:rPr lang="en-US" dirty="0"/>
              <a:t> </a:t>
            </a:r>
            <a:r>
              <a:rPr lang="en-US" dirty="0" err="1"/>
              <a:t>siyahılamaq</a:t>
            </a:r>
            <a:r>
              <a:rPr lang="en-US" dirty="0"/>
              <a:t> </a:t>
            </a:r>
            <a:r>
              <a:rPr lang="en-US" dirty="0" err="1"/>
              <a:t>icazəsi</a:t>
            </a:r>
            <a:r>
              <a:rPr lang="en-US" dirty="0"/>
              <a:t>. (</a:t>
            </a:r>
            <a:r>
              <a:rPr lang="en-US" dirty="0" err="1"/>
              <a:t>Rəqəm</a:t>
            </a:r>
            <a:r>
              <a:rPr lang="en-US" dirty="0"/>
              <a:t> </a:t>
            </a:r>
            <a:r>
              <a:rPr lang="en-US" dirty="0" err="1"/>
              <a:t>qarşılığı</a:t>
            </a:r>
            <a:r>
              <a:rPr lang="en-US" dirty="0"/>
              <a:t>: </a:t>
            </a:r>
            <a:r>
              <a:rPr lang="en-US" b="1" dirty="0"/>
              <a:t>4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w (Write - </a:t>
            </a:r>
            <a:r>
              <a:rPr lang="en-US" b="1" dirty="0" err="1">
                <a:solidFill>
                  <a:srgbClr val="FF0000"/>
                </a:solidFill>
              </a:rPr>
              <a:t>Yazma</a:t>
            </a:r>
            <a:r>
              <a:rPr lang="en-US" b="1" dirty="0">
                <a:solidFill>
                  <a:srgbClr val="FF0000"/>
                </a:solidFill>
              </a:rPr>
              <a:t>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Faylı</a:t>
            </a:r>
            <a:r>
              <a:rPr lang="en-US" dirty="0"/>
              <a:t> </a:t>
            </a:r>
            <a:r>
              <a:rPr lang="en-US" dirty="0" err="1"/>
              <a:t>dəyişdirmək</a:t>
            </a:r>
            <a:r>
              <a:rPr lang="en-US" dirty="0"/>
              <a:t>, </a:t>
            </a:r>
            <a:r>
              <a:rPr lang="en-US" dirty="0" err="1"/>
              <a:t>silmək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qovluqda</a:t>
            </a:r>
            <a:r>
              <a:rPr lang="en-US" dirty="0"/>
              <a:t> yeni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yaratmaq</a:t>
            </a:r>
            <a:r>
              <a:rPr lang="en-US" dirty="0"/>
              <a:t> </a:t>
            </a:r>
            <a:r>
              <a:rPr lang="en-US" dirty="0" err="1"/>
              <a:t>icazəsi</a:t>
            </a:r>
            <a:r>
              <a:rPr lang="en-US" dirty="0"/>
              <a:t>. (</a:t>
            </a:r>
            <a:r>
              <a:rPr lang="en-US" dirty="0" err="1"/>
              <a:t>Rəqəm</a:t>
            </a:r>
            <a:r>
              <a:rPr lang="en-US" dirty="0"/>
              <a:t> </a:t>
            </a:r>
            <a:r>
              <a:rPr lang="en-US" dirty="0" err="1"/>
              <a:t>qarşılığı</a:t>
            </a:r>
            <a:r>
              <a:rPr lang="en-US" dirty="0"/>
              <a:t>: </a:t>
            </a:r>
            <a:r>
              <a:rPr lang="en-US" b="1" dirty="0"/>
              <a:t>2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x (Execute - </a:t>
            </a:r>
            <a:r>
              <a:rPr lang="en-US" b="1" dirty="0" err="1">
                <a:solidFill>
                  <a:srgbClr val="FF0000"/>
                </a:solidFill>
              </a:rPr>
              <a:t>İcra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etmə</a:t>
            </a:r>
            <a:r>
              <a:rPr lang="en-US" b="1" dirty="0">
                <a:solidFill>
                  <a:srgbClr val="FF0000"/>
                </a:solidFill>
              </a:rPr>
              <a:t>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Bir </a:t>
            </a:r>
            <a:r>
              <a:rPr lang="en-US" dirty="0" err="1"/>
              <a:t>proqramı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skripti</a:t>
            </a:r>
            <a:r>
              <a:rPr lang="en-US" dirty="0"/>
              <a:t> </a:t>
            </a:r>
            <a:r>
              <a:rPr lang="en-US" dirty="0" err="1"/>
              <a:t>işə</a:t>
            </a:r>
            <a:r>
              <a:rPr lang="en-US" dirty="0"/>
              <a:t> </a:t>
            </a:r>
            <a:r>
              <a:rPr lang="en-US" dirty="0" err="1"/>
              <a:t>salmaq</a:t>
            </a:r>
            <a:r>
              <a:rPr lang="en-US" dirty="0"/>
              <a:t>, </a:t>
            </a:r>
            <a:r>
              <a:rPr lang="en-US" dirty="0" err="1"/>
              <a:t>yaxud</a:t>
            </a:r>
            <a:r>
              <a:rPr lang="en-US" dirty="0"/>
              <a:t> cd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qovluğun</a:t>
            </a:r>
            <a:r>
              <a:rPr lang="en-US" dirty="0"/>
              <a:t> </a:t>
            </a:r>
            <a:r>
              <a:rPr lang="en-US" dirty="0" err="1"/>
              <a:t>daxilinə</a:t>
            </a:r>
            <a:r>
              <a:rPr lang="en-US" dirty="0"/>
              <a:t> </a:t>
            </a:r>
            <a:r>
              <a:rPr lang="en-US" dirty="0" err="1"/>
              <a:t>keçmək</a:t>
            </a:r>
            <a:r>
              <a:rPr lang="en-US" dirty="0"/>
              <a:t> </a:t>
            </a:r>
            <a:r>
              <a:rPr lang="en-US" dirty="0" err="1"/>
              <a:t>icazəsi</a:t>
            </a:r>
            <a:r>
              <a:rPr lang="en-US" dirty="0"/>
              <a:t>. (</a:t>
            </a:r>
            <a:r>
              <a:rPr lang="en-US" dirty="0" err="1"/>
              <a:t>Rəqəm</a:t>
            </a:r>
            <a:r>
              <a:rPr lang="en-US" dirty="0"/>
              <a:t> </a:t>
            </a:r>
            <a:r>
              <a:rPr lang="en-US" dirty="0" err="1"/>
              <a:t>qarşılığı</a:t>
            </a:r>
            <a:r>
              <a:rPr lang="en-US" dirty="0"/>
              <a:t>: </a:t>
            </a:r>
            <a:r>
              <a:rPr lang="en-US" b="1" dirty="0"/>
              <a:t>1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99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4CE2-137F-51D0-C2CD-39F09160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 </a:t>
            </a:r>
            <a:r>
              <a:rPr lang="en-US" b="1" dirty="0" err="1">
                <a:solidFill>
                  <a:srgbClr val="FF0000"/>
                </a:solidFill>
              </a:rPr>
              <a:t>Sahiblik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Səviyyələri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2756A-D4FF-8F4E-812C-0B62ACBB1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Terminalda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ls -l</a:t>
            </a:r>
            <a:r>
              <a:rPr lang="en-US" dirty="0"/>
              <a:t> </a:t>
            </a:r>
            <a:r>
              <a:rPr lang="en-US" dirty="0" err="1"/>
              <a:t>yazanda</a:t>
            </a:r>
            <a:r>
              <a:rPr lang="en-US" dirty="0"/>
              <a:t> </a:t>
            </a:r>
            <a:r>
              <a:rPr lang="en-US" dirty="0" err="1"/>
              <a:t>faylların</a:t>
            </a:r>
            <a:r>
              <a:rPr lang="en-US" dirty="0"/>
              <a:t> </a:t>
            </a:r>
            <a:r>
              <a:rPr lang="en-US" dirty="0" err="1"/>
              <a:t>qarşısında</a:t>
            </a:r>
            <a:r>
              <a:rPr lang="en-US" dirty="0"/>
              <a:t> </a:t>
            </a:r>
            <a:r>
              <a:rPr lang="en-US" dirty="0" err="1"/>
              <a:t>rwxr-xr</a:t>
            </a:r>
            <a:r>
              <a:rPr lang="en-US" dirty="0"/>
              <a:t>-- </a:t>
            </a:r>
            <a:r>
              <a:rPr lang="en-US" dirty="0" err="1"/>
              <a:t>kimi</a:t>
            </a:r>
            <a:r>
              <a:rPr lang="en-US" dirty="0"/>
              <a:t> </a:t>
            </a:r>
            <a:r>
              <a:rPr lang="en-US" dirty="0" err="1"/>
              <a:t>qəribə</a:t>
            </a:r>
            <a:r>
              <a:rPr lang="en-US" dirty="0"/>
              <a:t> </a:t>
            </a:r>
            <a:r>
              <a:rPr lang="en-US" dirty="0" err="1"/>
              <a:t>hərflər</a:t>
            </a:r>
            <a:r>
              <a:rPr lang="en-US" dirty="0"/>
              <a:t> </a:t>
            </a:r>
            <a:r>
              <a:rPr lang="en-US" dirty="0" err="1"/>
              <a:t>görəcəksən</a:t>
            </a:r>
            <a:r>
              <a:rPr lang="en-US" dirty="0"/>
              <a:t>. </a:t>
            </a:r>
            <a:r>
              <a:rPr lang="en-US" dirty="0" err="1"/>
              <a:t>Onlar</a:t>
            </a:r>
            <a:r>
              <a:rPr lang="en-US" dirty="0"/>
              <a:t> 3 </a:t>
            </a:r>
            <a:r>
              <a:rPr lang="en-US" dirty="0" err="1"/>
              <a:t>qrupa</a:t>
            </a:r>
            <a:r>
              <a:rPr lang="en-US" dirty="0"/>
              <a:t> </a:t>
            </a:r>
            <a:r>
              <a:rPr lang="en-US" dirty="0" err="1"/>
              <a:t>bölünür</a:t>
            </a:r>
            <a:r>
              <a:rPr lang="en-US" dirty="0"/>
              <a:t>:</a:t>
            </a:r>
          </a:p>
          <a:p>
            <a:r>
              <a:rPr lang="en-US" b="1" dirty="0">
                <a:solidFill>
                  <a:srgbClr val="FF0000"/>
                </a:solidFill>
              </a:rPr>
              <a:t>User (u):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Faylı</a:t>
            </a:r>
            <a:r>
              <a:rPr lang="en-US" dirty="0"/>
              <a:t> </a:t>
            </a:r>
            <a:r>
              <a:rPr lang="en-US" dirty="0" err="1"/>
              <a:t>yaradan</a:t>
            </a:r>
            <a:r>
              <a:rPr lang="en-US" dirty="0"/>
              <a:t> </a:t>
            </a:r>
            <a:r>
              <a:rPr lang="en-US" dirty="0" err="1"/>
              <a:t>şəxs</a:t>
            </a:r>
            <a:r>
              <a:rPr lang="en-US" dirty="0"/>
              <a:t> (</a:t>
            </a:r>
            <a:r>
              <a:rPr lang="en-US" dirty="0" err="1"/>
              <a:t>sahibi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rgbClr val="FF0000"/>
                </a:solidFill>
              </a:rPr>
              <a:t>Group (g):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Fayla </a:t>
            </a:r>
            <a:r>
              <a:rPr lang="en-US" dirty="0" err="1"/>
              <a:t>ortaq</a:t>
            </a:r>
            <a:r>
              <a:rPr lang="en-US" dirty="0"/>
              <a:t> </a:t>
            </a:r>
            <a:r>
              <a:rPr lang="en-US" dirty="0" err="1"/>
              <a:t>girişi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istifadəçilər</a:t>
            </a:r>
            <a:r>
              <a:rPr lang="en-US" dirty="0"/>
              <a:t> </a:t>
            </a:r>
            <a:r>
              <a:rPr lang="en-US" dirty="0" err="1"/>
              <a:t>qrupu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Others (o):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Sistemdəki</a:t>
            </a:r>
            <a:r>
              <a:rPr lang="en-US" dirty="0"/>
              <a:t> </a:t>
            </a:r>
            <a:r>
              <a:rPr lang="en-US" dirty="0" err="1"/>
              <a:t>yerdə</a:t>
            </a:r>
            <a:r>
              <a:rPr lang="en-US" dirty="0"/>
              <a:t> </a:t>
            </a:r>
            <a:r>
              <a:rPr lang="en-US" dirty="0" err="1"/>
              <a:t>qalan</a:t>
            </a:r>
            <a:r>
              <a:rPr lang="en-US" dirty="0"/>
              <a:t> </a:t>
            </a:r>
            <a:r>
              <a:rPr lang="en-US" dirty="0" err="1"/>
              <a:t>hamı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38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E0FC-40B1-7A11-376B-4F9C60EF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Praktika</a:t>
            </a:r>
            <a:r>
              <a:rPr lang="az-Latn-AZ" sz="3600" b="1" dirty="0">
                <a:solidFill>
                  <a:srgbClr val="FF0000"/>
                </a:solidFill>
              </a:rPr>
              <a:t> </a:t>
            </a:r>
            <a:r>
              <a:rPr lang="en-US" sz="2000" b="1" dirty="0"/>
              <a:t>(777 full </a:t>
            </a:r>
            <a:r>
              <a:rPr lang="en-US" sz="2000" b="1" dirty="0" err="1"/>
              <a:t>icaz</a:t>
            </a:r>
            <a:r>
              <a:rPr lang="az-Latn-AZ" sz="2000" b="1" dirty="0"/>
              <a:t>ə</a:t>
            </a:r>
            <a:r>
              <a:rPr lang="en-US" sz="2000" b="1" dirty="0"/>
              <a:t>)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D2B83-0DC4-0FA5-1F3D-2F57D2E0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16" y="1690688"/>
            <a:ext cx="6715751" cy="447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2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194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Linux-da İcazə (Permission) Məntiqi</vt:lpstr>
      <vt:lpstr>İcazə Növləri:</vt:lpstr>
      <vt:lpstr>2. Sahiblik Səviyyələri:</vt:lpstr>
      <vt:lpstr>Praktika (777 full icazə)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2</cp:revision>
  <dcterms:created xsi:type="dcterms:W3CDTF">2026-05-23T07:32:26Z</dcterms:created>
  <dcterms:modified xsi:type="dcterms:W3CDTF">2026-05-23T20:42:05Z</dcterms:modified>
</cp:coreProperties>
</file>