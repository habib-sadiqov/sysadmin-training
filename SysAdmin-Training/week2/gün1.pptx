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22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0BF7F-3DC1-B3B6-E8A1-C5658139BB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885A89-6875-3DAE-07C3-3BDAF2C25E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348BA-20C8-857B-562E-224B681D2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3ECE7-E86B-4A88-BF78-CFEB7BA6EE0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FDD3F-2D2F-F7B3-BBB3-DC5D209BF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23FD6-6546-65E1-A9B3-5721FD026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632B9-1231-4B3B-B10D-C096502DC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55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431F8-D7B9-324C-091F-99BF1912D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D3E89-E4CB-BB1F-E2A3-F383DDB80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A7CEA-6D50-9AD7-CAD3-2D95C1510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3ECE7-E86B-4A88-BF78-CFEB7BA6EE0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A2C2-6B72-9352-4C2F-9DE5268DA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03CA6-9A14-E3AC-1FC1-3CFF2AE9B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632B9-1231-4B3B-B10D-C096502DC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33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EE4FB-73C7-A80A-3FD2-22E05B4EE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F4869-A7B8-3843-1D5D-D2E8A6784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C3EE7-8F34-BD16-68B7-327C23B02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3ECE7-E86B-4A88-BF78-CFEB7BA6EE0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28593-22DB-EEB9-E2C0-2C9FDA84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F5C40-C130-F053-90F5-461D33ED0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632B9-1231-4B3B-B10D-C096502DC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43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9BE0F-6651-4E33-E8BD-21CEF524A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6A145-FF74-31C1-4689-1F6BB6B7B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DBA7A-5558-3394-B4E9-9BD75031A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F3235-C028-5AC0-5A74-B39A0D4AB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3ECE7-E86B-4A88-BF78-CFEB7BA6EE0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5F74B-0B47-EAFB-B6CD-E5D2D1241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89560-F036-6F55-8588-B3B373BCC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632B9-1231-4B3B-B10D-C096502DC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7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25DCF-F392-F8C9-BEAC-C8BFCCA88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47FC3-0AEA-D695-A4C1-8216784C2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56672-63DA-F4BA-A4BE-221014FDB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FC4780-C83C-2782-1784-E216EF314F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F3B06A-0478-FF64-2473-403C869D00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5D2E2-496A-07D8-ED25-2EE59E786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3ECE7-E86B-4A88-BF78-CFEB7BA6EE0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E83ADE-4501-3A7C-D913-969055D5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1A751E-0C49-77ED-47C3-4F0B5F22E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632B9-1231-4B3B-B10D-C096502DC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93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C3276-5446-CA5B-1ECD-A839B08A9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17D427-D4F6-4555-3699-B980147BC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3ECE7-E86B-4A88-BF78-CFEB7BA6EE0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5F529C-D6FE-0A03-4739-B8DA5D27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F24BCA-A3C9-D731-BCD0-BC7D0BD7C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632B9-1231-4B3B-B10D-C096502DC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947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BB1C1B-35D5-D132-BFBD-B235611D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3ECE7-E86B-4A88-BF78-CFEB7BA6EE0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B0F57E-E4D4-B398-DEF2-0F1FE90C1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B9B4A-0DFB-9C63-7858-5054ACDFE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632B9-1231-4B3B-B10D-C096502DC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9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50B09-CD42-6796-7088-D35209304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94B9A-6903-634C-2765-FABD5A16D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331A4-366E-2575-D448-B4E0158A9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13DA8-C1C6-02CB-987B-3B0FBB433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3ECE7-E86B-4A88-BF78-CFEB7BA6EE0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11DDA0-EB72-8D95-616F-2C93172F3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E12D4-AC71-09F3-1852-BE10EC646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632B9-1231-4B3B-B10D-C096502DC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979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AAA6B-21ED-B9A8-3A40-E1F140C79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3E7B06-60CB-E21D-DC0F-2CC03FCD52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0F635-DAB1-5B19-108E-55575C354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EFC31-BECE-0794-6B73-BF7BBC5F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3ECE7-E86B-4A88-BF78-CFEB7BA6EE0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2A8DE-7249-25D0-555E-D8AD059C6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8203D-B06D-7ABB-B0F7-07483B31A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632B9-1231-4B3B-B10D-C096502DC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301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A3D68-3FDD-5306-4A6A-BB139FCAF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6912E9-CA6B-EE00-C1BE-5A5FC385B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F7AFF-7E50-7795-48AD-6519FBC85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3ECE7-E86B-4A88-BF78-CFEB7BA6EE0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0EEFF-74B9-5117-1900-80DDEF04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52F57-1F7B-34C6-800B-06BADE736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632B9-1231-4B3B-B10D-C096502DC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41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EF93B0-58FC-7921-4562-78D8BEA0FD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634DA9-0A5F-071A-427E-D8E4FFDF8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D7BD0-DCBF-0244-1DB3-EF7092907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3ECE7-E86B-4A88-BF78-CFEB7BA6EE0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2416B-BCF7-178C-DC1C-4227C3916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24AE0-3A1E-63DD-14EC-0B2049D2D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632B9-1231-4B3B-B10D-C096502DC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77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B0DC0-175C-F229-BA98-B767BC4BA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BD24A-A64D-FC6C-5A99-D2C7B548E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5ABCD-3B9A-436B-D17A-6E86BB554A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3ECE7-E86B-4A88-BF78-CFEB7BA6EE0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B60EB-B289-DEE2-7F9B-87BA8C504E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606FD-62C7-8C37-78F7-BB256B1AD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632B9-1231-4B3B-B10D-C096502DC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833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F0522-62E6-F280-1859-1A1178EC6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b="1" dirty="0">
                <a:solidFill>
                  <a:srgbClr val="FF0000"/>
                </a:solidFill>
              </a:rPr>
              <a:t>1.</a:t>
            </a:r>
            <a:r>
              <a:rPr lang="en-US" b="1" dirty="0">
                <a:solidFill>
                  <a:srgbClr val="FF0000"/>
                </a:solidFill>
              </a:rPr>
              <a:t>Harada </a:t>
            </a:r>
            <a:r>
              <a:rPr lang="en-US" b="1" dirty="0" err="1">
                <a:solidFill>
                  <a:srgbClr val="FF0000"/>
                </a:solidFill>
              </a:rPr>
              <a:t>olduğunu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tapmaq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və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Ətrafı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görmək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93D76-D0CF-9154-40D7-76AB0A7D1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pwd</a:t>
            </a:r>
            <a:r>
              <a:rPr lang="en-US" dirty="0"/>
              <a:t> (Print Working Directory): </a:t>
            </a:r>
            <a:r>
              <a:rPr lang="en-US" dirty="0" err="1"/>
              <a:t>Sənə</a:t>
            </a:r>
            <a:r>
              <a:rPr lang="en-US" dirty="0"/>
              <a:t> </a:t>
            </a:r>
            <a:r>
              <a:rPr lang="en-US" dirty="0" err="1"/>
              <a:t>hazırda</a:t>
            </a:r>
            <a:r>
              <a:rPr lang="en-US" dirty="0"/>
              <a:t> </a:t>
            </a:r>
            <a:r>
              <a:rPr lang="en-US" dirty="0" err="1"/>
              <a:t>hansı</a:t>
            </a:r>
            <a:r>
              <a:rPr lang="en-US" dirty="0"/>
              <a:t> </a:t>
            </a:r>
            <a:r>
              <a:rPr lang="en-US" dirty="0" err="1"/>
              <a:t>qovluğun</a:t>
            </a:r>
            <a:r>
              <a:rPr lang="en-US" dirty="0"/>
              <a:t> </a:t>
            </a:r>
            <a:r>
              <a:rPr lang="en-US" dirty="0" err="1"/>
              <a:t>daxilində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göstərir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az-Latn-AZ" dirty="0"/>
          </a:p>
          <a:p>
            <a:r>
              <a:rPr lang="en-US" dirty="0">
                <a:solidFill>
                  <a:srgbClr val="FF0000"/>
                </a:solidFill>
              </a:rPr>
              <a:t>ls </a:t>
            </a:r>
            <a:r>
              <a:rPr lang="en-US" dirty="0"/>
              <a:t>(List): </a:t>
            </a:r>
            <a:r>
              <a:rPr lang="en-US" dirty="0" err="1"/>
              <a:t>Olduğun</a:t>
            </a:r>
            <a:r>
              <a:rPr lang="en-US" dirty="0"/>
              <a:t> </a:t>
            </a:r>
            <a:r>
              <a:rPr lang="en-US" dirty="0" err="1"/>
              <a:t>qovluqdakı</a:t>
            </a:r>
            <a:r>
              <a:rPr lang="en-US" dirty="0"/>
              <a:t> </a:t>
            </a:r>
            <a:r>
              <a:rPr lang="en-US" dirty="0" err="1"/>
              <a:t>fayl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qovluqları</a:t>
            </a:r>
            <a:r>
              <a:rPr lang="en-US" dirty="0"/>
              <a:t> </a:t>
            </a:r>
            <a:r>
              <a:rPr lang="en-US" dirty="0" err="1"/>
              <a:t>siyahılayır</a:t>
            </a:r>
            <a:r>
              <a:rPr lang="en-US" dirty="0"/>
              <a:t>.</a:t>
            </a:r>
            <a:endParaRPr lang="az-Latn-AZ" dirty="0"/>
          </a:p>
          <a:p>
            <a:pPr marL="0" indent="0">
              <a:buNone/>
            </a:pPr>
            <a:r>
              <a:rPr lang="en-US" i="1" dirty="0" err="1"/>
              <a:t>Praktiki</a:t>
            </a:r>
            <a:r>
              <a:rPr lang="en-US" i="1" dirty="0"/>
              <a:t> </a:t>
            </a:r>
            <a:r>
              <a:rPr lang="en-US" i="1" dirty="0" err="1"/>
              <a:t>ipucu</a:t>
            </a:r>
            <a:r>
              <a:rPr lang="en-US" i="1" dirty="0"/>
              <a:t>: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ls -l</a:t>
            </a:r>
            <a:r>
              <a:rPr lang="en-US" dirty="0"/>
              <a:t> </a:t>
            </a:r>
            <a:r>
              <a:rPr lang="en-US" dirty="0" err="1"/>
              <a:t>yazsan</a:t>
            </a:r>
            <a:r>
              <a:rPr lang="en-US" dirty="0"/>
              <a:t> </a:t>
            </a:r>
            <a:r>
              <a:rPr lang="en-US" dirty="0" err="1"/>
              <a:t>faylların</a:t>
            </a:r>
            <a:r>
              <a:rPr lang="en-US" dirty="0"/>
              <a:t> </a:t>
            </a:r>
            <a:r>
              <a:rPr lang="en-US" dirty="0" err="1"/>
              <a:t>ölçüsünü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icazələrini</a:t>
            </a:r>
            <a:r>
              <a:rPr lang="en-US" dirty="0"/>
              <a:t>, ls -la </a:t>
            </a:r>
            <a:r>
              <a:rPr lang="en-US" dirty="0" err="1"/>
              <a:t>yazsan</a:t>
            </a:r>
            <a:r>
              <a:rPr lang="en-US" dirty="0"/>
              <a:t> </a:t>
            </a:r>
            <a:r>
              <a:rPr lang="en-US" dirty="0" err="1"/>
              <a:t>gizli</a:t>
            </a:r>
            <a:r>
              <a:rPr lang="en-US" dirty="0"/>
              <a:t> </a:t>
            </a:r>
            <a:r>
              <a:rPr lang="en-US" dirty="0" err="1"/>
              <a:t>faylları</a:t>
            </a:r>
            <a:r>
              <a:rPr lang="en-US" dirty="0"/>
              <a:t> da </a:t>
            </a:r>
            <a:r>
              <a:rPr lang="en-US" dirty="0" err="1"/>
              <a:t>görə</a:t>
            </a:r>
            <a:r>
              <a:rPr lang="en-US" dirty="0"/>
              <a:t> </a:t>
            </a:r>
            <a:r>
              <a:rPr lang="en-US" dirty="0" err="1"/>
              <a:t>bilərsən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702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24AE6-FCFD-4E49-DE90-BDE558DAC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2. </a:t>
            </a:r>
            <a:r>
              <a:rPr lang="en-US" b="1" dirty="0" err="1">
                <a:solidFill>
                  <a:srgbClr val="FF0000"/>
                </a:solidFill>
              </a:rPr>
              <a:t>Qovluqlar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arası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hərəkət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01992-D00F-C675-9918-6EE21CA63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cd</a:t>
            </a:r>
            <a:r>
              <a:rPr lang="en-US" dirty="0"/>
              <a:t> (Change Directory): </a:t>
            </a:r>
            <a:r>
              <a:rPr lang="en-US" dirty="0" err="1"/>
              <a:t>Qovluğu</a:t>
            </a:r>
            <a:r>
              <a:rPr lang="en-US" dirty="0"/>
              <a:t> </a:t>
            </a:r>
            <a:r>
              <a:rPr lang="en-US" dirty="0" err="1"/>
              <a:t>dəyişmək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istifadə</a:t>
            </a:r>
            <a:r>
              <a:rPr lang="en-US" dirty="0"/>
              <a:t> </a:t>
            </a:r>
            <a:r>
              <a:rPr lang="en-US" dirty="0" err="1"/>
              <a:t>olunur</a:t>
            </a:r>
            <a:r>
              <a:rPr lang="en-US" dirty="0"/>
              <a:t>.  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cd /</a:t>
            </a:r>
            <a:r>
              <a:rPr lang="en-US" dirty="0" err="1">
                <a:solidFill>
                  <a:srgbClr val="FF0000"/>
                </a:solidFill>
              </a:rPr>
              <a:t>etc</a:t>
            </a:r>
            <a:r>
              <a:rPr lang="en-US" dirty="0"/>
              <a:t> </a:t>
            </a:r>
            <a:r>
              <a:rPr lang="en-US" dirty="0" err="1"/>
              <a:t>yazaraq</a:t>
            </a:r>
            <a:r>
              <a:rPr lang="en-US" dirty="0"/>
              <a:t> </a:t>
            </a:r>
            <a:r>
              <a:rPr lang="en-US" dirty="0" err="1"/>
              <a:t>birbaşa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 </a:t>
            </a:r>
            <a:r>
              <a:rPr lang="en-US" dirty="0" err="1"/>
              <a:t>qovluğuna</a:t>
            </a:r>
            <a:r>
              <a:rPr lang="en-US" dirty="0"/>
              <a:t> </a:t>
            </a:r>
            <a:r>
              <a:rPr lang="en-US" dirty="0" err="1"/>
              <a:t>keçə</a:t>
            </a:r>
            <a:r>
              <a:rPr lang="en-US" dirty="0"/>
              <a:t> </a:t>
            </a:r>
            <a:r>
              <a:rPr lang="en-US" dirty="0" err="1"/>
              <a:t>bilərsən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cd .. </a:t>
            </a:r>
            <a:r>
              <a:rPr lang="en-US" dirty="0"/>
              <a:t>(</a:t>
            </a:r>
            <a:r>
              <a:rPr lang="en-US" dirty="0" err="1"/>
              <a:t>arada</a:t>
            </a:r>
            <a:r>
              <a:rPr lang="en-US" dirty="0"/>
              <a:t> </a:t>
            </a:r>
            <a:r>
              <a:rPr lang="en-US" dirty="0" err="1"/>
              <a:t>boşluq</a:t>
            </a:r>
            <a:r>
              <a:rPr lang="en-US" dirty="0"/>
              <a:t> var) </a:t>
            </a:r>
            <a:r>
              <a:rPr lang="en-US" dirty="0" err="1"/>
              <a:t>yazsan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üst</a:t>
            </a:r>
            <a:r>
              <a:rPr lang="en-US" dirty="0"/>
              <a:t> </a:t>
            </a:r>
            <a:r>
              <a:rPr lang="en-US" dirty="0" err="1"/>
              <a:t>qovluğa</a:t>
            </a:r>
            <a:r>
              <a:rPr lang="en-US" dirty="0"/>
              <a:t> </a:t>
            </a:r>
            <a:r>
              <a:rPr lang="en-US" dirty="0" err="1"/>
              <a:t>qayıdarsan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Sadəcə</a:t>
            </a:r>
            <a:r>
              <a:rPr lang="en-US" dirty="0"/>
              <a:t> cd </a:t>
            </a:r>
            <a:r>
              <a:rPr lang="en-US" dirty="0" err="1"/>
              <a:t>yazsan</a:t>
            </a:r>
            <a:r>
              <a:rPr lang="en-US" dirty="0"/>
              <a:t>, </a:t>
            </a:r>
            <a:r>
              <a:rPr lang="en-US" dirty="0" err="1"/>
              <a:t>birbaşa</a:t>
            </a:r>
            <a:r>
              <a:rPr lang="en-US" dirty="0"/>
              <a:t> </a:t>
            </a:r>
            <a:r>
              <a:rPr lang="en-US" dirty="0" err="1"/>
              <a:t>öz</a:t>
            </a:r>
            <a:r>
              <a:rPr lang="en-US" dirty="0"/>
              <a:t> </a:t>
            </a:r>
            <a:r>
              <a:rPr lang="en-US" dirty="0" err="1"/>
              <a:t>evinə</a:t>
            </a:r>
            <a:r>
              <a:rPr lang="en-US" dirty="0"/>
              <a:t> (/home/</a:t>
            </a:r>
            <a:r>
              <a:rPr lang="en-US" dirty="0" err="1"/>
              <a:t>hebib</a:t>
            </a:r>
            <a:r>
              <a:rPr lang="en-US" dirty="0"/>
              <a:t>) </a:t>
            </a:r>
            <a:r>
              <a:rPr lang="en-US" dirty="0" err="1"/>
              <a:t>qayıdırsan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0435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7283-6E8D-E72D-67CA-A13FCEC1D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3. </a:t>
            </a:r>
            <a:r>
              <a:rPr lang="en-US" b="1" dirty="0" err="1">
                <a:solidFill>
                  <a:srgbClr val="FF0000"/>
                </a:solidFill>
              </a:rPr>
              <a:t>Yaratmaq</a:t>
            </a:r>
            <a:r>
              <a:rPr lang="en-US" b="1" dirty="0">
                <a:solidFill>
                  <a:srgbClr val="FF0000"/>
                </a:solidFill>
              </a:rPr>
              <a:t>, </a:t>
            </a:r>
            <a:r>
              <a:rPr lang="en-US" b="1" dirty="0" err="1">
                <a:solidFill>
                  <a:srgbClr val="FF0000"/>
                </a:solidFill>
              </a:rPr>
              <a:t>Kopyalamaq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və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Daşımaq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6FC8F-848A-8F54-887D-FBAD9AEEC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mkdir</a:t>
            </a:r>
            <a:r>
              <a:rPr lang="en-US" dirty="0"/>
              <a:t> (Make Directory): Yeni </a:t>
            </a:r>
            <a:r>
              <a:rPr lang="en-US" dirty="0" err="1"/>
              <a:t>qovluq</a:t>
            </a:r>
            <a:r>
              <a:rPr lang="en-US" dirty="0"/>
              <a:t> </a:t>
            </a:r>
            <a:r>
              <a:rPr lang="en-US" dirty="0" err="1"/>
              <a:t>yaradır</a:t>
            </a:r>
            <a:r>
              <a:rPr lang="en-US" dirty="0"/>
              <a:t>.  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cp</a:t>
            </a:r>
            <a:r>
              <a:rPr lang="en-US" dirty="0"/>
              <a:t> (Copy): </a:t>
            </a:r>
            <a:r>
              <a:rPr lang="en-US" dirty="0" err="1"/>
              <a:t>Faylı</a:t>
            </a:r>
            <a:r>
              <a:rPr lang="en-US" dirty="0"/>
              <a:t> </a:t>
            </a:r>
            <a:r>
              <a:rPr lang="en-US" dirty="0" err="1"/>
              <a:t>kopyalayır</a:t>
            </a:r>
            <a:r>
              <a:rPr lang="en-US" dirty="0"/>
              <a:t>.  </a:t>
            </a:r>
            <a:endParaRPr lang="az-Latn-AZ" dirty="0"/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mv</a:t>
            </a:r>
            <a:r>
              <a:rPr lang="en-US" dirty="0"/>
              <a:t> (Move): </a:t>
            </a:r>
            <a:r>
              <a:rPr lang="en-US" dirty="0" err="1"/>
              <a:t>Faylı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başqa</a:t>
            </a:r>
            <a:r>
              <a:rPr lang="en-US" dirty="0"/>
              <a:t> </a:t>
            </a:r>
            <a:r>
              <a:rPr lang="en-US" dirty="0" err="1"/>
              <a:t>yerə</a:t>
            </a:r>
            <a:r>
              <a:rPr lang="en-US" dirty="0"/>
              <a:t> </a:t>
            </a:r>
            <a:r>
              <a:rPr lang="en-US" dirty="0" err="1"/>
              <a:t>daşıyır</a:t>
            </a:r>
            <a:r>
              <a:rPr lang="en-US" dirty="0"/>
              <a:t>,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adını</a:t>
            </a:r>
            <a:r>
              <a:rPr lang="en-US" dirty="0"/>
              <a:t> </a:t>
            </a:r>
            <a:r>
              <a:rPr lang="en-US" dirty="0" err="1"/>
              <a:t>dəyişir</a:t>
            </a:r>
            <a:r>
              <a:rPr lang="en-US" dirty="0"/>
              <a:t>.  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rm</a:t>
            </a:r>
            <a:r>
              <a:rPr lang="en-US" dirty="0"/>
              <a:t> (Remove): </a:t>
            </a:r>
            <a:r>
              <a:rPr lang="en-US" dirty="0" err="1"/>
              <a:t>Fayl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qovluğu</a:t>
            </a:r>
            <a:r>
              <a:rPr lang="en-US" dirty="0"/>
              <a:t> </a:t>
            </a:r>
            <a:r>
              <a:rPr lang="en-US" dirty="0" err="1"/>
              <a:t>silir</a:t>
            </a:r>
            <a:r>
              <a:rPr lang="en-US" dirty="0"/>
              <a:t>. </a:t>
            </a:r>
            <a:r>
              <a:rPr lang="en-US" dirty="0" err="1"/>
              <a:t>Diqqətli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! Linux-da </a:t>
            </a:r>
            <a:r>
              <a:rPr lang="en-US" dirty="0" err="1"/>
              <a:t>silinən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"</a:t>
            </a:r>
            <a:r>
              <a:rPr lang="en-US" dirty="0" err="1"/>
              <a:t>Zibil</a:t>
            </a:r>
            <a:r>
              <a:rPr lang="en-US" dirty="0"/>
              <a:t> </a:t>
            </a:r>
            <a:r>
              <a:rPr lang="en-US" dirty="0" err="1"/>
              <a:t>qutusu"na</a:t>
            </a:r>
            <a:r>
              <a:rPr lang="en-US" dirty="0"/>
              <a:t> </a:t>
            </a:r>
            <a:r>
              <a:rPr lang="en-US" dirty="0" err="1"/>
              <a:t>getmir</a:t>
            </a:r>
            <a:r>
              <a:rPr lang="en-US" dirty="0"/>
              <a:t>, </a:t>
            </a:r>
            <a:r>
              <a:rPr lang="en-US" dirty="0" err="1"/>
              <a:t>birbaşa</a:t>
            </a:r>
            <a:r>
              <a:rPr lang="en-US" dirty="0"/>
              <a:t> </a:t>
            </a:r>
            <a:r>
              <a:rPr lang="en-US" dirty="0" err="1"/>
              <a:t>silinir</a:t>
            </a:r>
            <a:r>
              <a:rPr lang="en-US" dirty="0"/>
              <a:t>.  </a:t>
            </a:r>
          </a:p>
          <a:p>
            <a:endParaRPr lang="en-US" dirty="0"/>
          </a:p>
          <a:p>
            <a:r>
              <a:rPr lang="en-US" dirty="0" err="1"/>
              <a:t>Qovluğu</a:t>
            </a:r>
            <a:r>
              <a:rPr lang="en-US" dirty="0"/>
              <a:t> </a:t>
            </a:r>
            <a:r>
              <a:rPr lang="en-US" dirty="0" err="1"/>
              <a:t>daxilindəkilərlə</a:t>
            </a:r>
            <a:r>
              <a:rPr lang="en-US" dirty="0"/>
              <a:t> </a:t>
            </a:r>
            <a:r>
              <a:rPr lang="en-US" dirty="0" err="1"/>
              <a:t>birgə</a:t>
            </a:r>
            <a:r>
              <a:rPr lang="en-US" dirty="0"/>
              <a:t> </a:t>
            </a:r>
            <a:r>
              <a:rPr lang="en-US" dirty="0" err="1"/>
              <a:t>silmək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rm -rf</a:t>
            </a:r>
            <a:r>
              <a:rPr lang="en-US" dirty="0"/>
              <a:t> </a:t>
            </a:r>
            <a:r>
              <a:rPr lang="en-US" dirty="0" err="1"/>
              <a:t>qovluq_adi</a:t>
            </a:r>
            <a:r>
              <a:rPr lang="en-US" dirty="0"/>
              <a:t> </a:t>
            </a:r>
            <a:r>
              <a:rPr lang="en-US" dirty="0" err="1"/>
              <a:t>istifadə</a:t>
            </a:r>
            <a:r>
              <a:rPr lang="en-US" dirty="0"/>
              <a:t> </a:t>
            </a:r>
            <a:r>
              <a:rPr lang="en-US" dirty="0" err="1"/>
              <a:t>olunur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9892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22BCB-E5A4-B6CA-BB54-BA7DF66F8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069" y="878890"/>
            <a:ext cx="11056428" cy="833718"/>
          </a:xfrm>
        </p:spPr>
        <p:txBody>
          <a:bodyPr>
            <a:normAutofit/>
          </a:bodyPr>
          <a:lstStyle/>
          <a:p>
            <a:r>
              <a:rPr lang="en-US" sz="4800" b="1" dirty="0" err="1">
                <a:solidFill>
                  <a:srgbClr val="FF0000"/>
                </a:solidFill>
              </a:rPr>
              <a:t>Praktika</a:t>
            </a:r>
            <a:endParaRPr lang="en-US" sz="4800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38DC62-7DDE-CEF3-F535-787B21F84B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308"/>
          <a:stretch>
            <a:fillRect/>
          </a:stretch>
        </p:blipFill>
        <p:spPr>
          <a:xfrm>
            <a:off x="405069" y="2019539"/>
            <a:ext cx="11056428" cy="328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931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188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1.Harada olduğunu tapmaq və Ətrafı görmək</vt:lpstr>
      <vt:lpstr>2. Qovluqlar arası hərəkət</vt:lpstr>
      <vt:lpstr>3. Yaratmaq, Kopyalamaq və Daşımaq</vt:lpstr>
      <vt:lpstr>Praktika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Sadiqov</dc:creator>
  <cp:lastModifiedBy>Sadiqov</cp:lastModifiedBy>
  <cp:revision>2</cp:revision>
  <dcterms:created xsi:type="dcterms:W3CDTF">2026-05-23T07:03:30Z</dcterms:created>
  <dcterms:modified xsi:type="dcterms:W3CDTF">2026-05-23T20:32:53Z</dcterms:modified>
</cp:coreProperties>
</file>