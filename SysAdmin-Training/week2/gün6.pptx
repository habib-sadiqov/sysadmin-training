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E5FB-5120-7B4B-4E98-5DF337FE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213CA-A718-AEB0-66AC-7012FC122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4BB6D-6DAD-F0F5-A8B3-25711537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0987-2E41-D3ED-9029-ADF4DF16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7E4F-6A7C-9AC1-B45E-4A5C2753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9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2DBC-1B15-37A1-CFCB-A385F4A0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B0CC-1720-6259-377E-60399ADCA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D6FB-242D-59B2-F658-E5A57767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5689-44BF-0AAD-23C1-8205C25B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FDBC8-11D9-0EA6-9C55-3A92ABA2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0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06B8-F9AA-1031-3C8F-B91F9F97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608A8-335A-34ED-7926-140D2E1FD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D8BE-564A-4D52-F04D-4C2FE22B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2C8D-700C-CE7D-CD48-5F2C986A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DBA5-E151-9B33-92A5-9106D79F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3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63C9-457A-DD36-E925-FDDDEF28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BA17-A7B0-B730-A3BF-316A43413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B03A2-60F1-D85E-4A1A-23D49C3AA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1998A-7D7F-CAAA-9E59-9702D3CF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A5290-9EEE-A0FB-B2BC-94F86151E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C556D-8877-F67F-EA53-2DBF5BE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4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8CC5-A5D0-2EBC-0F68-0CEBC881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AB620-C9CC-2815-61CD-4CE457AD9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A3F08-3922-FF0C-7FF3-391E03A9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9F301-8259-D8CF-2705-49A757999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CF005-F334-FE65-0BCA-B2B7D57F7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8EB0A1-D414-CD79-C2F1-4C33A218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869E1-3504-AB4E-59D0-1546E885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14AB7-D58E-9214-A1A5-6FFB2255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E374-B6FE-0A90-F290-CC7CE96A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43680-BFEC-CBAC-920C-610692B1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B3553-5A42-73A6-869C-9F6B8075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8D1EF-6A2A-5E33-E9F8-CD0E4B36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7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02901-E126-27C4-4F78-EFE5BA5E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69CED-F7FA-2810-640B-9C77DCFB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730D4-7AC0-1D38-7D3C-3370C3AD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7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1945-B978-B406-622A-81E100C7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7D53-94B9-EB38-41FE-919F62D44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3AE3A-8541-CEBA-87B1-73DFC55BD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E60F9-2C65-0591-8B37-3D359B20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5D15-BABE-72E8-6864-FFE017A4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F6D78-E2C0-C9E2-5038-64F05F12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7F2C-366A-DDC7-F9D9-7F26C9C3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B9FE5-1E20-F6D5-EF1F-51915DC50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E5AE6-1ABA-58E0-1A6B-B0FD5F725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422AE-9E6D-5040-B11B-201CD3C0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64C13-1E68-A120-846B-48A7AD3D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AD860-9C07-191B-87D6-E982DCDD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5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5E6B-8784-C042-FB7F-43ECBBF9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453F5-881F-05A5-AB56-1BC28843F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2A637-B912-37C4-C697-DCE1E91E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31D1-5C50-BF0C-0E6E-475B9912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37D36-A08F-1C7D-B4EF-E14F2864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7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FC77A-E597-1073-804F-255DA0F1E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5A8FF-6F61-56D5-5EB1-739D7CF56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A2DE-9320-CF0B-582A-29B43754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03A5-D89C-8283-E179-26AA8648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3F529-79AC-57FF-A5AC-E306BC52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2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F0DE5-FC94-6640-56B3-EF47ED56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47F92-416F-6695-E02D-2289E168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5DF64-71EE-1938-1FF9-02B37143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6ACB5-EDDB-496E-A7FD-B0FE42AFAF7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6E2D-BB86-7324-1DFC-A5C1AB9E6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814E-402C-8C0E-FB45-16125F16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CF75B-ECAF-46FD-9118-DB7A4EAE3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0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C783-8252-C433-DDDD-562D3D0C4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817" y="615688"/>
            <a:ext cx="10496365" cy="849790"/>
          </a:xfrm>
        </p:spPr>
        <p:txBody>
          <a:bodyPr>
            <a:normAutofit/>
          </a:bodyPr>
          <a:lstStyle/>
          <a:p>
            <a:r>
              <a:rPr lang="en-US" sz="5400" b="1" dirty="0" err="1">
                <a:solidFill>
                  <a:srgbClr val="FF0000"/>
                </a:solidFill>
              </a:rPr>
              <a:t>Loq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Məntiqi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Nədir</a:t>
            </a:r>
            <a:r>
              <a:rPr lang="en-US" sz="5400" b="1" dirty="0">
                <a:solidFill>
                  <a:srgbClr val="FF0000"/>
                </a:solidFill>
              </a:rPr>
              <a:t>? (</a:t>
            </a:r>
            <a:r>
              <a:rPr lang="en-US" sz="5400" b="1" dirty="0" err="1">
                <a:solidFill>
                  <a:srgbClr val="FF0000"/>
                </a:solidFill>
              </a:rPr>
              <a:t>Haraya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Baxmalı</a:t>
            </a:r>
            <a:r>
              <a:rPr lang="en-US" sz="5400" b="1" dirty="0">
                <a:solidFill>
                  <a:srgbClr val="FF0000"/>
                </a:solidFill>
              </a:rPr>
              <a:t>?)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1900C-3588-0852-90A4-5EBB6B22F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0541"/>
            <a:ext cx="9144000" cy="416362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Linux-da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,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istifadəçi</a:t>
            </a:r>
            <a:r>
              <a:rPr lang="en-US" dirty="0"/>
              <a:t> </a:t>
            </a:r>
            <a:r>
              <a:rPr lang="en-US" dirty="0" err="1"/>
              <a:t>hərəkəti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xətası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yerə</a:t>
            </a:r>
            <a:r>
              <a:rPr lang="en-US" dirty="0"/>
              <a:t> </a:t>
            </a:r>
            <a:r>
              <a:rPr lang="en-US" dirty="0" err="1"/>
              <a:t>qeyd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web server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SSH </a:t>
            </a:r>
            <a:r>
              <a:rPr lang="en-US" dirty="0" err="1"/>
              <a:t>işləmirsə</a:t>
            </a:r>
            <a:r>
              <a:rPr lang="en-US" dirty="0"/>
              <a:t>, </a:t>
            </a:r>
            <a:r>
              <a:rPr lang="en-US" dirty="0" err="1"/>
              <a:t>ekrana</a:t>
            </a:r>
            <a:r>
              <a:rPr lang="en-US" dirty="0"/>
              <a:t> </a:t>
            </a:r>
            <a:r>
              <a:rPr lang="en-US" dirty="0" err="1"/>
              <a:t>çıxan</a:t>
            </a:r>
            <a:r>
              <a:rPr lang="en-US" dirty="0"/>
              <a:t> </a:t>
            </a:r>
            <a:r>
              <a:rPr lang="en-US" dirty="0" err="1"/>
              <a:t>quru</a:t>
            </a:r>
            <a:r>
              <a:rPr lang="en-US" dirty="0"/>
              <a:t> </a:t>
            </a:r>
            <a:r>
              <a:rPr lang="en-US" dirty="0" err="1"/>
              <a:t>xətaya</a:t>
            </a:r>
            <a:r>
              <a:rPr lang="en-US" dirty="0"/>
              <a:t> </a:t>
            </a:r>
            <a:r>
              <a:rPr lang="en-US" dirty="0" err="1"/>
              <a:t>baxmaq</a:t>
            </a:r>
            <a:r>
              <a:rPr lang="en-US" dirty="0"/>
              <a:t> </a:t>
            </a:r>
            <a:r>
              <a:rPr lang="en-US" dirty="0" err="1"/>
              <a:t>yerinə</a:t>
            </a:r>
            <a:r>
              <a:rPr lang="en-US" dirty="0"/>
              <a:t> </a:t>
            </a:r>
            <a:r>
              <a:rPr lang="en-US" dirty="0" err="1"/>
              <a:t>loqları</a:t>
            </a:r>
            <a:r>
              <a:rPr lang="en-US" dirty="0"/>
              <a:t> </a:t>
            </a:r>
            <a:r>
              <a:rPr lang="en-US" dirty="0" err="1"/>
              <a:t>oxumaq</a:t>
            </a:r>
            <a:r>
              <a:rPr lang="en-US" dirty="0"/>
              <a:t> </a:t>
            </a:r>
            <a:r>
              <a:rPr lang="en-US" dirty="0" err="1"/>
              <a:t>lazımdır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Linux-da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loq</a:t>
            </a:r>
            <a:r>
              <a:rPr lang="en-US" dirty="0"/>
              <a:t> </a:t>
            </a:r>
            <a:r>
              <a:rPr lang="en-US" dirty="0" err="1"/>
              <a:t>mexanizmi</a:t>
            </a:r>
            <a:r>
              <a:rPr lang="en-US" dirty="0"/>
              <a:t> var:</a:t>
            </a:r>
          </a:p>
          <a:p>
            <a:pPr algn="l"/>
            <a:r>
              <a:rPr lang="en-US" b="1" dirty="0" err="1">
                <a:solidFill>
                  <a:srgbClr val="FF0000"/>
                </a:solidFill>
              </a:rPr>
              <a:t>Fayl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əsaslı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loqlar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/var/log/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saxlanılan</a:t>
            </a:r>
            <a:r>
              <a:rPr lang="en-US" dirty="0"/>
              <a:t> </a:t>
            </a:r>
            <a:r>
              <a:rPr lang="en-US" dirty="0" err="1"/>
              <a:t>mətn</a:t>
            </a:r>
            <a:r>
              <a:rPr lang="en-US" dirty="0"/>
              <a:t> </a:t>
            </a:r>
            <a:r>
              <a:rPr lang="en-US" dirty="0" err="1"/>
              <a:t>faylları</a:t>
            </a:r>
            <a:r>
              <a:rPr lang="en-US" dirty="0"/>
              <a:t>.</a:t>
            </a:r>
          </a:p>
          <a:p>
            <a:pPr algn="l"/>
            <a:r>
              <a:rPr lang="en-US" b="1" dirty="0" err="1">
                <a:solidFill>
                  <a:srgbClr val="FF0000"/>
                </a:solidFill>
              </a:rPr>
              <a:t>Sistem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jurnalı</a:t>
            </a:r>
            <a:r>
              <a:rPr lang="en-US" b="1" dirty="0">
                <a:solidFill>
                  <a:srgbClr val="FF0000"/>
                </a:solidFill>
              </a:rPr>
              <a:t> (</a:t>
            </a:r>
            <a:r>
              <a:rPr lang="en-US" b="1" dirty="0" err="1">
                <a:solidFill>
                  <a:srgbClr val="FF0000"/>
                </a:solidFill>
              </a:rPr>
              <a:t>Systemd</a:t>
            </a:r>
            <a:r>
              <a:rPr lang="en-US" b="1" dirty="0">
                <a:solidFill>
                  <a:srgbClr val="FF0000"/>
                </a:solidFill>
              </a:rPr>
              <a:t> Journal):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Modern Linux-da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servislərin</a:t>
            </a:r>
            <a:r>
              <a:rPr lang="en-US" dirty="0"/>
              <a:t> </a:t>
            </a:r>
            <a:r>
              <a:rPr lang="en-US" dirty="0" err="1"/>
              <a:t>loqlarını</a:t>
            </a:r>
            <a:r>
              <a:rPr lang="en-US" dirty="0"/>
              <a:t> </a:t>
            </a:r>
            <a:r>
              <a:rPr lang="en-US" dirty="0" err="1"/>
              <a:t>mərkəzi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sürətli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saxlayan</a:t>
            </a:r>
            <a:r>
              <a:rPr lang="en-US" dirty="0"/>
              <a:t> </a:t>
            </a:r>
            <a:r>
              <a:rPr lang="en-US" dirty="0" err="1"/>
              <a:t>verilənlər</a:t>
            </a:r>
            <a:r>
              <a:rPr lang="en-US" dirty="0"/>
              <a:t> </a:t>
            </a:r>
            <a:r>
              <a:rPr lang="en-US" dirty="0" err="1"/>
              <a:t>bazası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11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0274-7544-A8C3-BE7F-8B740C28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1. /var/log </a:t>
            </a:r>
            <a:r>
              <a:rPr lang="en-US" b="1" dirty="0" err="1">
                <a:solidFill>
                  <a:srgbClr val="FF0000"/>
                </a:solidFill>
              </a:rPr>
              <a:t>Qovluğunu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Araşdırmaq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4D48-795C-5101-BB67-E1CF4F391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Terminalda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qovluğa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cd /var/log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içindəkilərə</a:t>
            </a:r>
            <a:r>
              <a:rPr lang="en-US" dirty="0"/>
              <a:t> </a:t>
            </a:r>
            <a:r>
              <a:rPr lang="en-US" dirty="0" err="1"/>
              <a:t>bax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ls.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auth.log </a:t>
            </a:r>
            <a:r>
              <a:rPr lang="en-US" dirty="0"/>
              <a:t>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secure</a:t>
            </a:r>
            <a:r>
              <a:rPr lang="en-US" dirty="0"/>
              <a:t>): </a:t>
            </a:r>
            <a:r>
              <a:rPr lang="en-US" dirty="0" err="1"/>
              <a:t>Sistemə</a:t>
            </a:r>
            <a:r>
              <a:rPr lang="en-US" dirty="0"/>
              <a:t> </a:t>
            </a:r>
            <a:r>
              <a:rPr lang="en-US" dirty="0" err="1"/>
              <a:t>edilən</a:t>
            </a:r>
            <a:r>
              <a:rPr lang="en-US" dirty="0"/>
              <a:t> </a:t>
            </a:r>
            <a:r>
              <a:rPr lang="en-US" dirty="0" err="1"/>
              <a:t>girişlər</a:t>
            </a:r>
            <a:r>
              <a:rPr lang="en-US" dirty="0"/>
              <a:t>, </a:t>
            </a:r>
            <a:r>
              <a:rPr lang="en-US" dirty="0" err="1"/>
              <a:t>uğurlu</a:t>
            </a:r>
            <a:r>
              <a:rPr lang="en-US" dirty="0"/>
              <a:t>/</a:t>
            </a:r>
            <a:r>
              <a:rPr lang="en-US" dirty="0" err="1"/>
              <a:t>uğursuz</a:t>
            </a:r>
            <a:r>
              <a:rPr lang="en-US" dirty="0"/>
              <a:t> login </a:t>
            </a:r>
            <a:r>
              <a:rPr lang="en-US" dirty="0" err="1"/>
              <a:t>cəhdləri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/>
              <a:t> </a:t>
            </a:r>
            <a:r>
              <a:rPr lang="en-US" dirty="0" err="1"/>
              <a:t>komandaları</a:t>
            </a:r>
            <a:r>
              <a:rPr lang="en-US" dirty="0"/>
              <a:t>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. (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vacib</a:t>
            </a:r>
            <a:r>
              <a:rPr lang="en-US" dirty="0"/>
              <a:t> </a:t>
            </a:r>
            <a:r>
              <a:rPr lang="en-US" dirty="0" err="1"/>
              <a:t>fayldır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syslog</a:t>
            </a:r>
            <a:r>
              <a:rPr lang="en-US" dirty="0"/>
              <a:t> 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messages</a:t>
            </a:r>
            <a:r>
              <a:rPr lang="en-US" dirty="0"/>
              <a:t>): </a:t>
            </a:r>
            <a:r>
              <a:rPr lang="en-US" dirty="0" err="1"/>
              <a:t>Sistemdə</a:t>
            </a:r>
            <a:r>
              <a:rPr lang="en-US" dirty="0"/>
              <a:t>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verən</a:t>
            </a:r>
            <a:r>
              <a:rPr lang="en-US" dirty="0"/>
              <a:t> </a:t>
            </a:r>
            <a:r>
              <a:rPr lang="en-US" dirty="0" err="1"/>
              <a:t>ümumi</a:t>
            </a:r>
            <a:r>
              <a:rPr lang="en-US" dirty="0"/>
              <a:t> </a:t>
            </a:r>
            <a:r>
              <a:rPr lang="en-US" dirty="0" err="1"/>
              <a:t>hadisələr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xətalar</a:t>
            </a:r>
            <a:r>
              <a:rPr lang="en-US" dirty="0"/>
              <a:t>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yığılır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158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B870-4B42-1A22-768C-1C001F7F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b="1" dirty="0" err="1">
                <a:solidFill>
                  <a:srgbClr val="FF0000"/>
                </a:solidFill>
              </a:rPr>
              <a:t>Canlı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Loq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İzləmə</a:t>
            </a:r>
            <a:r>
              <a:rPr lang="en-US" b="1" dirty="0">
                <a:solidFill>
                  <a:srgbClr val="FF0000"/>
                </a:solidFill>
              </a:rPr>
              <a:t> (tail -f)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C44A-673E-8CBB-8B39-9FCC4508D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Böyük</a:t>
            </a:r>
            <a:r>
              <a:rPr lang="en-US" dirty="0"/>
              <a:t> </a:t>
            </a:r>
            <a:r>
              <a:rPr lang="en-US" dirty="0" err="1"/>
              <a:t>loq</a:t>
            </a:r>
            <a:r>
              <a:rPr lang="en-US" dirty="0"/>
              <a:t> </a:t>
            </a:r>
            <a:r>
              <a:rPr lang="en-US" dirty="0" err="1"/>
              <a:t>fayllarının</a:t>
            </a:r>
            <a:r>
              <a:rPr lang="en-US" dirty="0"/>
              <a:t> </a:t>
            </a:r>
            <a:r>
              <a:rPr lang="en-US" dirty="0" err="1"/>
              <a:t>sadəcə</a:t>
            </a:r>
            <a:r>
              <a:rPr lang="en-US" dirty="0"/>
              <a:t> son </a:t>
            </a:r>
            <a:r>
              <a:rPr lang="en-US" dirty="0" err="1"/>
              <a:t>sətirlərinə</a:t>
            </a:r>
            <a:r>
              <a:rPr lang="en-US" dirty="0"/>
              <a:t> </a:t>
            </a:r>
            <a:r>
              <a:rPr lang="en-US" dirty="0" err="1"/>
              <a:t>baxmaq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yeni </a:t>
            </a:r>
            <a:r>
              <a:rPr lang="en-US" dirty="0" err="1"/>
              <a:t>yazılan</a:t>
            </a:r>
            <a:r>
              <a:rPr lang="en-US" dirty="0"/>
              <a:t> </a:t>
            </a:r>
            <a:r>
              <a:rPr lang="en-US" dirty="0" err="1"/>
              <a:t>xətaları</a:t>
            </a:r>
            <a:r>
              <a:rPr lang="en-US" dirty="0"/>
              <a:t>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tail -f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az-Latn-AZ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tail -f /var/log/auth.log</a:t>
            </a:r>
            <a:endParaRPr lang="az-Latn-AZ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(Bu </a:t>
            </a:r>
            <a:r>
              <a:rPr lang="en-US" dirty="0" err="1"/>
              <a:t>komandanı</a:t>
            </a:r>
            <a:r>
              <a:rPr lang="en-US" dirty="0"/>
              <a:t> </a:t>
            </a:r>
            <a:r>
              <a:rPr lang="en-US" dirty="0" err="1"/>
              <a:t>işə</a:t>
            </a:r>
            <a:r>
              <a:rPr lang="en-US" dirty="0"/>
              <a:t> </a:t>
            </a:r>
            <a:r>
              <a:rPr lang="en-US" dirty="0" err="1"/>
              <a:t>sal</a:t>
            </a:r>
            <a:r>
              <a:rPr lang="en-US" dirty="0"/>
              <a:t>, </a:t>
            </a:r>
            <a:r>
              <a:rPr lang="en-US" dirty="0" err="1"/>
              <a:t>terminalı</a:t>
            </a:r>
            <a:r>
              <a:rPr lang="en-US" dirty="0"/>
              <a:t> </a:t>
            </a:r>
            <a:r>
              <a:rPr lang="en-US" dirty="0" err="1"/>
              <a:t>bağlama</a:t>
            </a:r>
            <a:r>
              <a:rPr lang="en-US" dirty="0"/>
              <a:t>. İndi </a:t>
            </a:r>
            <a:r>
              <a:rPr lang="en-US" dirty="0" err="1"/>
              <a:t>başqa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terminal </a:t>
            </a:r>
            <a:r>
              <a:rPr lang="en-US" dirty="0" err="1"/>
              <a:t>açıb</a:t>
            </a:r>
            <a:r>
              <a:rPr lang="en-US" dirty="0"/>
              <a:t> </a:t>
            </a:r>
            <a:r>
              <a:rPr lang="en-US" dirty="0" err="1"/>
              <a:t>səhv</a:t>
            </a:r>
            <a:r>
              <a:rPr lang="en-US" dirty="0"/>
              <a:t> </a:t>
            </a:r>
            <a:r>
              <a:rPr lang="en-US" dirty="0" err="1"/>
              <a:t>şifrə</a:t>
            </a:r>
            <a:r>
              <a:rPr lang="en-US" dirty="0"/>
              <a:t> </a:t>
            </a:r>
            <a:r>
              <a:rPr lang="en-US" dirty="0" err="1"/>
              <a:t>yazmağa</a:t>
            </a:r>
            <a:r>
              <a:rPr lang="en-US" dirty="0"/>
              <a:t> </a:t>
            </a:r>
            <a:r>
              <a:rPr lang="en-US" dirty="0" err="1"/>
              <a:t>çalışsan</a:t>
            </a:r>
            <a:r>
              <a:rPr lang="en-US" dirty="0"/>
              <a:t>,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dərhal</a:t>
            </a:r>
            <a:r>
              <a:rPr lang="en-US" dirty="0"/>
              <a:t> </a:t>
            </a:r>
            <a:r>
              <a:rPr lang="en-US" dirty="0" err="1"/>
              <a:t>uğursuz</a:t>
            </a:r>
            <a:r>
              <a:rPr lang="en-US" dirty="0"/>
              <a:t> </a:t>
            </a:r>
            <a:r>
              <a:rPr lang="en-US" dirty="0" err="1"/>
              <a:t>cəhd</a:t>
            </a:r>
            <a:r>
              <a:rPr lang="en-US" dirty="0"/>
              <a:t> </a:t>
            </a:r>
            <a:r>
              <a:rPr lang="en-US" dirty="0" err="1"/>
              <a:t>loqunun</a:t>
            </a:r>
            <a:r>
              <a:rPr lang="en-US" dirty="0"/>
              <a:t> </a:t>
            </a:r>
            <a:r>
              <a:rPr lang="en-US" dirty="0" err="1"/>
              <a:t>düşdüyünü</a:t>
            </a:r>
            <a:r>
              <a:rPr lang="en-US" dirty="0"/>
              <a:t> </a:t>
            </a:r>
            <a:r>
              <a:rPr lang="en-US" dirty="0" err="1"/>
              <a:t>görəcəksən</a:t>
            </a:r>
            <a:r>
              <a:rPr lang="en-US" dirty="0"/>
              <a:t>! </a:t>
            </a:r>
            <a:r>
              <a:rPr lang="en-US" dirty="0" err="1"/>
              <a:t>Çıxmaq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Ctrl + C </a:t>
            </a:r>
            <a:r>
              <a:rPr lang="en-US" dirty="0" err="1"/>
              <a:t>sıx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49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3CDB-EFE9-6CAA-0A44-647088EA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3. </a:t>
            </a:r>
            <a:r>
              <a:rPr lang="en-US" b="1" dirty="0" err="1">
                <a:solidFill>
                  <a:srgbClr val="FF0000"/>
                </a:solidFill>
              </a:rPr>
              <a:t>journalctl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— Modern </a:t>
            </a:r>
            <a:r>
              <a:rPr lang="en-US" b="1" dirty="0" err="1"/>
              <a:t>Loq</a:t>
            </a:r>
            <a:r>
              <a:rPr lang="en-US" b="1" dirty="0"/>
              <a:t> </a:t>
            </a:r>
            <a:r>
              <a:rPr lang="en-US" b="1" dirty="0" err="1"/>
              <a:t>Analizi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A7774-6029-564A-52F4-6ACA21CC7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etdiyimiz</a:t>
            </a:r>
            <a:r>
              <a:rPr lang="en-US" dirty="0"/>
              <a:t> </a:t>
            </a:r>
            <a:r>
              <a:rPr lang="en-US" dirty="0" err="1"/>
              <a:t>servislərin</a:t>
            </a:r>
            <a:r>
              <a:rPr lang="en-US" dirty="0"/>
              <a:t> </a:t>
            </a:r>
            <a:r>
              <a:rPr lang="en-US" dirty="0" err="1"/>
              <a:t>loqlarına</a:t>
            </a:r>
            <a:r>
              <a:rPr lang="en-US" dirty="0"/>
              <a:t> </a:t>
            </a:r>
            <a:r>
              <a:rPr lang="en-US" dirty="0" err="1"/>
              <a:t>baxmaq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ideal </a:t>
            </a:r>
            <a:r>
              <a:rPr lang="en-US" dirty="0" err="1"/>
              <a:t>alətdir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Məsələn</a:t>
            </a:r>
            <a:r>
              <a:rPr lang="en-US" dirty="0"/>
              <a:t>, </a:t>
            </a:r>
            <a:r>
              <a:rPr lang="en-US" dirty="0" err="1"/>
              <a:t>dünən</a:t>
            </a:r>
            <a:r>
              <a:rPr lang="en-US" dirty="0"/>
              <a:t> </a:t>
            </a:r>
            <a:r>
              <a:rPr lang="en-US" dirty="0" err="1"/>
              <a:t>işlədiyimiz</a:t>
            </a:r>
            <a:r>
              <a:rPr lang="en-US" dirty="0"/>
              <a:t> SSH </a:t>
            </a:r>
            <a:r>
              <a:rPr lang="en-US" dirty="0" err="1"/>
              <a:t>servisində</a:t>
            </a:r>
            <a:r>
              <a:rPr lang="en-US" dirty="0"/>
              <a:t> </a:t>
            </a:r>
            <a:r>
              <a:rPr lang="en-US" dirty="0" err="1"/>
              <a:t>nə</a:t>
            </a:r>
            <a:r>
              <a:rPr lang="en-US" dirty="0"/>
              <a:t>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verdiyini</a:t>
            </a:r>
            <a:r>
              <a:rPr lang="en-US" dirty="0"/>
              <a:t>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journalctl</a:t>
            </a:r>
            <a:r>
              <a:rPr lang="en-US" dirty="0">
                <a:solidFill>
                  <a:srgbClr val="FF0000"/>
                </a:solidFill>
              </a:rPr>
              <a:t> -u ssh</a:t>
            </a:r>
            <a:endParaRPr lang="az-Latn-AZ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son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verən</a:t>
            </a:r>
            <a:r>
              <a:rPr lang="en-US" dirty="0"/>
              <a:t> </a:t>
            </a:r>
            <a:r>
              <a:rPr lang="en-US" dirty="0" err="1"/>
              <a:t>xətaları</a:t>
            </a:r>
            <a:r>
              <a:rPr lang="en-US" dirty="0"/>
              <a:t> (Error)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istəyirsənsə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journalctl</a:t>
            </a:r>
            <a:r>
              <a:rPr lang="en-US" dirty="0">
                <a:solidFill>
                  <a:srgbClr val="FF0000"/>
                </a:solidFill>
              </a:rPr>
              <a:t> -p err</a:t>
            </a:r>
          </a:p>
        </p:txBody>
      </p:sp>
    </p:spTree>
    <p:extLst>
      <p:ext uri="{BB962C8B-B14F-4D97-AF65-F5344CB8AC3E}">
        <p14:creationId xmlns:p14="http://schemas.microsoft.com/office/powerpoint/2010/main" val="52680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F12B53-5260-6B7A-9E80-F299C8C586DD}"/>
              </a:ext>
            </a:extLst>
          </p:cNvPr>
          <p:cNvSpPr txBox="1"/>
          <p:nvPr/>
        </p:nvSpPr>
        <p:spPr>
          <a:xfrm>
            <a:off x="1170002" y="5638190"/>
            <a:ext cx="9851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bu</a:t>
            </a:r>
            <a:r>
              <a:rPr lang="en-US" sz="2400" dirty="0"/>
              <a:t>, son 20 </a:t>
            </a:r>
            <a:r>
              <a:rPr lang="en-US" sz="2400" dirty="0" err="1"/>
              <a:t>sətri</a:t>
            </a:r>
            <a:r>
              <a:rPr lang="en-US" sz="2400" dirty="0"/>
              <a:t> </a:t>
            </a:r>
            <a:r>
              <a:rPr lang="en-US" sz="2400" dirty="0" err="1"/>
              <a:t>göstərir</a:t>
            </a:r>
            <a:r>
              <a:rPr lang="az-Latn-AZ" sz="2400" dirty="0"/>
              <a:t> bu</a:t>
            </a:r>
            <a:r>
              <a:rPr lang="en-US" sz="2400" dirty="0"/>
              <a:t>rada </a:t>
            </a:r>
            <a:r>
              <a:rPr lang="en-US" sz="2400" dirty="0" err="1"/>
              <a:t>öz</a:t>
            </a:r>
            <a:r>
              <a:rPr lang="en-US" sz="2400" dirty="0"/>
              <a:t> </a:t>
            </a:r>
            <a:r>
              <a:rPr lang="en-US" sz="2400" dirty="0" err="1"/>
              <a:t>istifadəçi</a:t>
            </a:r>
            <a:r>
              <a:rPr lang="az-Latn-AZ" sz="2400" dirty="0"/>
              <a:t>min</a:t>
            </a:r>
            <a:r>
              <a:rPr lang="en-US" sz="2400" dirty="0"/>
              <a:t> </a:t>
            </a:r>
            <a:r>
              <a:rPr lang="en-US" sz="2400" dirty="0" err="1"/>
              <a:t>etdiyi</a:t>
            </a:r>
            <a:r>
              <a:rPr lang="en-US" sz="2400" dirty="0"/>
              <a:t> </a:t>
            </a:r>
            <a:r>
              <a:rPr lang="en-US" sz="2400" dirty="0" err="1"/>
              <a:t>sudo</a:t>
            </a:r>
            <a:r>
              <a:rPr lang="en-US" sz="2400" dirty="0"/>
              <a:t> </a:t>
            </a:r>
            <a:r>
              <a:rPr lang="en-US" sz="2400" dirty="0" err="1"/>
              <a:t>əməliyyatlarını</a:t>
            </a:r>
            <a:r>
              <a:rPr lang="en-US" sz="2400" dirty="0"/>
              <a:t> </a:t>
            </a:r>
            <a:r>
              <a:rPr lang="en-US" sz="2400" dirty="0" err="1"/>
              <a:t>gör</a:t>
            </a:r>
            <a:r>
              <a:rPr lang="en-US" sz="2400" dirty="0"/>
              <a:t> </a:t>
            </a:r>
            <a:r>
              <a:rPr lang="az-Latn-AZ" sz="2400" dirty="0"/>
              <a:t>bilərəm</a:t>
            </a:r>
            <a:r>
              <a:rPr lang="en-US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59421-DD8B-F013-0736-EBE515060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83" y="265533"/>
            <a:ext cx="9488434" cy="519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23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D015CD-47F3-FFDF-91D9-2B8F830FB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98" y="281509"/>
            <a:ext cx="4286848" cy="229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C2FBC3-976C-C0FD-D384-20FE067B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9" y="2785012"/>
            <a:ext cx="8707065" cy="3791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AD9A5F-253A-33F4-6C2C-1054197DC840}"/>
              </a:ext>
            </a:extLst>
          </p:cNvPr>
          <p:cNvSpPr txBox="1"/>
          <p:nvPr/>
        </p:nvSpPr>
        <p:spPr>
          <a:xfrm>
            <a:off x="5479741" y="1013932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sudo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journalctl</a:t>
            </a:r>
            <a:r>
              <a:rPr lang="en-US" sz="2400" b="1" dirty="0">
                <a:solidFill>
                  <a:srgbClr val="FF0000"/>
                </a:solidFill>
              </a:rPr>
              <a:t> -u ssh --since "10 minutes ago“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az-Latn-AZ" sz="2400" dirty="0"/>
              <a:t>əmir vasdəsi ilə səhf girişləri  log-da gördük.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2779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Loq Məntiqi Nədir? (Haraya Baxmalı?)</vt:lpstr>
      <vt:lpstr>1. /var/log Qovluğunu Araşdırmaq</vt:lpstr>
      <vt:lpstr>2. Canlı Loq İzləmə (tail -f)</vt:lpstr>
      <vt:lpstr>3. journalctl — Modern Loq Analizi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2026-05-23T19:07:18Z</dcterms:created>
  <dcterms:modified xsi:type="dcterms:W3CDTF">2026-05-23T21:34:23Z</dcterms:modified>
</cp:coreProperties>
</file>