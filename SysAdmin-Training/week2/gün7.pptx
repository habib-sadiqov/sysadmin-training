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4" r:id="rId9"/>
    <p:sldId id="265" r:id="rId10"/>
    <p:sldId id="266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0" d="100"/>
          <a:sy n="80" d="100"/>
        </p:scale>
        <p:origin x="132" y="7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7B82E5-7936-32E3-640B-6BFFA61B6DC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7E5223F-3B6F-A592-7B60-B3A961B82FE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946589-B8C2-9C2B-59CF-E864A29EB9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2317C7-2974-495C-9BA3-8C49DC16E825}" type="datetimeFigureOut">
              <a:rPr lang="en-US" smtClean="0"/>
              <a:t>5/24/2026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2DE3C44-53F7-FFEC-248D-DD4C667C92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C0BC46-10B5-B075-ECFB-D0573F34A0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DC3469-1A2A-4F96-BCE6-C1ED3C464D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49388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A448A3-1561-1670-5459-0CB9CAED67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806530-6D21-78D1-5A4C-B10BC85EC7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01280A-09EF-038C-E327-516F8C1462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2317C7-2974-495C-9BA3-8C49DC16E825}" type="datetimeFigureOut">
              <a:rPr lang="en-US" smtClean="0"/>
              <a:t>5/24/2026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9C631E2-0F54-A567-BEC0-BF69AB8988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0A5F55-D820-2EA9-06A6-9EBE9E36C3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DC3469-1A2A-4F96-BCE6-C1ED3C464D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70621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D011B7-3BCD-6F8C-7F6B-8EECA01B61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F33A02A-FFC4-3594-2B59-92028C48E06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AB94D8-AAE5-857B-4091-DDE94B0A7E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2317C7-2974-495C-9BA3-8C49DC16E825}" type="datetimeFigureOut">
              <a:rPr lang="en-US" smtClean="0"/>
              <a:t>5/24/2026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F6EFB0-B5BE-258E-31C2-D581DFA981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3EA350-2453-6612-EB16-C1076E2E22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DC3469-1A2A-4F96-BCE6-C1ED3C464D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41332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E2A31E-C80C-49D0-D55A-64088DD820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9D64AB-1195-8956-B369-144FB0681BA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B747C55-DEFD-22FF-D9B5-E9501A150BD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185C743-931F-4293-81FE-4BCDD15BCB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2317C7-2974-495C-9BA3-8C49DC16E825}" type="datetimeFigureOut">
              <a:rPr lang="en-US" smtClean="0"/>
              <a:t>5/24/2026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345049B-5651-2400-BDEA-1C62BDF984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AE94D7-4ECB-6DCA-0F43-D1E5760772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DC3469-1A2A-4F96-BCE6-C1ED3C464D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11944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FB1249-7A10-AFB6-C196-C670F9F9D3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64E802-4821-0717-0439-D39498BA11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F5CF98E-CF98-22A0-3CAD-A62271DC243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0CFF18A-7AA9-34C6-CDD2-61B03A806DD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757CE6B-DBF8-EDEF-CCCD-B27CC82EED0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39E7B49-5C65-8B7C-3570-20BE9E5335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2317C7-2974-495C-9BA3-8C49DC16E825}" type="datetimeFigureOut">
              <a:rPr lang="en-US" smtClean="0"/>
              <a:t>5/24/2026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7A6DBA7-3CAA-0A6B-14E4-6862DB2B90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0249EE8-3097-C306-1379-FDB8DB22A9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DC3469-1A2A-4F96-BCE6-C1ED3C464D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70243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0F6070-98D2-05C7-8B85-958C275492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DCAB89F-DB61-20A3-6572-7EFB1BDF53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2317C7-2974-495C-9BA3-8C49DC16E825}" type="datetimeFigureOut">
              <a:rPr lang="en-US" smtClean="0"/>
              <a:t>5/24/2026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6FFADBD-C71B-414C-A132-165B624392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39802A9-B464-076F-C2DA-B558C33068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DC3469-1A2A-4F96-BCE6-C1ED3C464D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32129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AC96C10-A608-600F-BFDD-BEE16A889F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2317C7-2974-495C-9BA3-8C49DC16E825}" type="datetimeFigureOut">
              <a:rPr lang="en-US" smtClean="0"/>
              <a:t>5/24/2026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E640985-F746-67F5-F1F6-A9D0A4A58F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5F0A4F-9D9F-52F8-BD4E-C8E5A734D3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DC3469-1A2A-4F96-BCE6-C1ED3C464D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15080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6FA996-5BA9-219E-BCB3-D4E3C520C1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FBC7E3-0C11-0937-8DD6-4BB90681C9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B34123A-8479-F942-CFCD-DE161E38353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0FF20B3-246A-C812-40A4-1286363DD9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2317C7-2974-495C-9BA3-8C49DC16E825}" type="datetimeFigureOut">
              <a:rPr lang="en-US" smtClean="0"/>
              <a:t>5/24/2026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685AD2F-C50D-D4D2-1740-787F7F695C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B054CF8-9E3E-7D05-F7D3-B4355FE795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DC3469-1A2A-4F96-BCE6-C1ED3C464D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96445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26BBB3-912E-9B84-C25E-B731AE86AC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E26A746-4ED3-2D1B-D420-059A798F79D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DFA2906-95C3-73C2-6DC6-46891AA98A6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D25F4D3-6C9B-752F-A99A-03CF744596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2317C7-2974-495C-9BA3-8C49DC16E825}" type="datetimeFigureOut">
              <a:rPr lang="en-US" smtClean="0"/>
              <a:t>5/24/2026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447E04D-FEA9-72F3-F8CA-9A326CA556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3FE6853-AF84-B30A-1FE3-41CEF3CB48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DC3469-1A2A-4F96-BCE6-C1ED3C464D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7360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841099-F959-1F0A-F5C7-A0B7124E23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44677C8-F680-E882-42A5-A6618BA30A2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7AFC24-3786-548D-4FDC-EE3B35A4AF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2317C7-2974-495C-9BA3-8C49DC16E825}" type="datetimeFigureOut">
              <a:rPr lang="en-US" smtClean="0"/>
              <a:t>5/24/2026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DF7F27-A43A-F380-CA4B-22E7DE3D01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2A1B13-9F24-8889-B6B0-7469E9F871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DC3469-1A2A-4F96-BCE6-C1ED3C464D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86081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DECABFB-3D68-9BCF-1790-530534A3829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BB8B214-9F49-C172-2331-463C750651E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3DAD39-80B8-680A-D997-85A7E55C49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2317C7-2974-495C-9BA3-8C49DC16E825}" type="datetimeFigureOut">
              <a:rPr lang="en-US" smtClean="0"/>
              <a:t>5/24/2026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DCC482-53C8-7890-F947-7CE02293E7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F827AE-EDFB-11DB-84C1-968D5AFBC0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DC3469-1A2A-4F96-BCE6-C1ED3C464D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77495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7FDCFED-FCDB-B5E9-C2A8-90FE673C0B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5563BD4-EA10-4DD4-396B-99BB79A1B2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5B2CA1-0A4C-CC94-35B4-BCB21172749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D2317C7-2974-495C-9BA3-8C49DC16E825}" type="datetimeFigureOut">
              <a:rPr lang="en-US" smtClean="0"/>
              <a:t>5/24/2026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0DB879-A7CA-C2E6-7E72-C2D6AE0AE8E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A02FB4-1E13-6ABE-D8CE-F98A656330B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DC3469-1A2A-4F96-BCE6-C1ED3C464D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43452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B34A1B-F213-8BB1-6538-E749E6E756F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0309"/>
            <a:ext cx="9144000" cy="2387600"/>
          </a:xfrm>
        </p:spPr>
        <p:txBody>
          <a:bodyPr>
            <a:normAutofit/>
          </a:bodyPr>
          <a:lstStyle/>
          <a:p>
            <a:r>
              <a:rPr lang="en-US" b="1" dirty="0" err="1">
                <a:solidFill>
                  <a:srgbClr val="FF0000"/>
                </a:solidFill>
              </a:rPr>
              <a:t>Layihənin</a:t>
            </a:r>
            <a:r>
              <a:rPr lang="en-US" b="1" dirty="0">
                <a:solidFill>
                  <a:srgbClr val="FF0000"/>
                </a:solidFill>
              </a:rPr>
              <a:t> </a:t>
            </a:r>
            <a:r>
              <a:rPr lang="en-US" b="1" dirty="0" err="1">
                <a:solidFill>
                  <a:srgbClr val="FF0000"/>
                </a:solidFill>
              </a:rPr>
              <a:t>Ssenarisi</a:t>
            </a:r>
            <a:r>
              <a:rPr lang="en-US" b="1" dirty="0">
                <a:solidFill>
                  <a:srgbClr val="FF0000"/>
                </a:solidFill>
              </a:rPr>
              <a:t>: "</a:t>
            </a:r>
            <a:r>
              <a:rPr lang="en-US" b="1" dirty="0" err="1">
                <a:solidFill>
                  <a:srgbClr val="FF0000"/>
                </a:solidFill>
              </a:rPr>
              <a:t>Şirkətin</a:t>
            </a:r>
            <a:r>
              <a:rPr lang="en-US" b="1" dirty="0">
                <a:solidFill>
                  <a:srgbClr val="FF0000"/>
                </a:solidFill>
              </a:rPr>
              <a:t> İlk </a:t>
            </a:r>
            <a:r>
              <a:rPr lang="en-US" b="1" dirty="0" err="1">
                <a:solidFill>
                  <a:srgbClr val="FF0000"/>
                </a:solidFill>
              </a:rPr>
              <a:t>Veb</a:t>
            </a:r>
            <a:r>
              <a:rPr lang="en-US" b="1" dirty="0">
                <a:solidFill>
                  <a:srgbClr val="FF0000"/>
                </a:solidFill>
              </a:rPr>
              <a:t> </a:t>
            </a:r>
            <a:r>
              <a:rPr lang="en-US" b="1" dirty="0" err="1">
                <a:solidFill>
                  <a:srgbClr val="FF0000"/>
                </a:solidFill>
              </a:rPr>
              <a:t>Serveri</a:t>
            </a:r>
            <a:r>
              <a:rPr lang="en-US" b="1" dirty="0">
                <a:solidFill>
                  <a:srgbClr val="FF0000"/>
                </a:solidFill>
              </a:rPr>
              <a:t>"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BE91CE7-8808-20AC-4269-D44F18077B3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az-Latn-AZ" dirty="0"/>
              <a:t>Mən</a:t>
            </a:r>
            <a:r>
              <a:rPr lang="en-US" dirty="0"/>
              <a:t> </a:t>
            </a:r>
            <a:r>
              <a:rPr lang="en-US" dirty="0" err="1"/>
              <a:t>bir</a:t>
            </a:r>
            <a:r>
              <a:rPr lang="en-US" dirty="0"/>
              <a:t> </a:t>
            </a:r>
            <a:r>
              <a:rPr lang="en-US" dirty="0" err="1"/>
              <a:t>Sistem</a:t>
            </a:r>
            <a:r>
              <a:rPr lang="en-US" dirty="0"/>
              <a:t> </a:t>
            </a:r>
            <a:r>
              <a:rPr lang="en-US" dirty="0" err="1"/>
              <a:t>Administratorusan</a:t>
            </a:r>
            <a:r>
              <a:rPr lang="en-US" dirty="0"/>
              <a:t>. </a:t>
            </a:r>
            <a:r>
              <a:rPr lang="az-Latn-AZ" dirty="0"/>
              <a:t>Mənə</a:t>
            </a:r>
            <a:r>
              <a:rPr lang="en-US" dirty="0"/>
              <a:t> </a:t>
            </a:r>
            <a:r>
              <a:rPr lang="en-US" dirty="0" err="1"/>
              <a:t>tapşırılıb</a:t>
            </a:r>
            <a:r>
              <a:rPr lang="en-US" dirty="0"/>
              <a:t> ki, Ubuntu </a:t>
            </a:r>
            <a:r>
              <a:rPr lang="en-US" dirty="0" err="1"/>
              <a:t>üzərində</a:t>
            </a:r>
            <a:r>
              <a:rPr lang="en-US" dirty="0"/>
              <a:t> </a:t>
            </a:r>
            <a:r>
              <a:rPr lang="en-US" dirty="0" err="1"/>
              <a:t>şirkətin</a:t>
            </a:r>
            <a:r>
              <a:rPr lang="en-US" dirty="0"/>
              <a:t> </a:t>
            </a:r>
            <a:r>
              <a:rPr lang="en-US" dirty="0" err="1"/>
              <a:t>vizit</a:t>
            </a:r>
            <a:r>
              <a:rPr lang="en-US" dirty="0"/>
              <a:t> </a:t>
            </a:r>
            <a:r>
              <a:rPr lang="en-US" dirty="0" err="1"/>
              <a:t>kartı</a:t>
            </a:r>
            <a:r>
              <a:rPr lang="en-US" dirty="0"/>
              <a:t> </a:t>
            </a:r>
            <a:r>
              <a:rPr lang="en-US" dirty="0" err="1"/>
              <a:t>olacaq</a:t>
            </a:r>
            <a:r>
              <a:rPr lang="en-US" dirty="0"/>
              <a:t> </a:t>
            </a:r>
            <a:r>
              <a:rPr lang="en-US" dirty="0" err="1"/>
              <a:t>sadə</a:t>
            </a:r>
            <a:r>
              <a:rPr lang="en-US" dirty="0"/>
              <a:t> </a:t>
            </a:r>
            <a:r>
              <a:rPr lang="en-US" dirty="0" err="1"/>
              <a:t>bir</a:t>
            </a:r>
            <a:r>
              <a:rPr lang="en-US" dirty="0"/>
              <a:t> </a:t>
            </a:r>
            <a:r>
              <a:rPr lang="en-US" dirty="0" err="1"/>
              <a:t>veb</a:t>
            </a:r>
            <a:r>
              <a:rPr lang="en-US" dirty="0"/>
              <a:t> </a:t>
            </a:r>
            <a:r>
              <a:rPr lang="en-US" dirty="0" err="1"/>
              <a:t>sayt</a:t>
            </a:r>
            <a:r>
              <a:rPr lang="en-US" dirty="0"/>
              <a:t> </a:t>
            </a:r>
            <a:r>
              <a:rPr lang="en-US" dirty="0" err="1"/>
              <a:t>serveri</a:t>
            </a:r>
            <a:r>
              <a:rPr lang="en-US" dirty="0"/>
              <a:t> </a:t>
            </a:r>
            <a:r>
              <a:rPr lang="en-US" dirty="0" err="1"/>
              <a:t>qurasan</a:t>
            </a:r>
            <a:r>
              <a:rPr lang="en-US" dirty="0"/>
              <a:t>. Bu server </a:t>
            </a:r>
            <a:r>
              <a:rPr lang="en-US" dirty="0" err="1"/>
              <a:t>şəbəkədəki</a:t>
            </a:r>
            <a:r>
              <a:rPr lang="en-US" dirty="0"/>
              <a:t> </a:t>
            </a:r>
            <a:r>
              <a:rPr lang="en-US" dirty="0" err="1"/>
              <a:t>digər</a:t>
            </a:r>
            <a:r>
              <a:rPr lang="en-US" dirty="0"/>
              <a:t> </a:t>
            </a:r>
            <a:r>
              <a:rPr lang="en-US" dirty="0" err="1"/>
              <a:t>maşınlardan</a:t>
            </a:r>
            <a:r>
              <a:rPr lang="en-US" dirty="0"/>
              <a:t>  </a:t>
            </a:r>
            <a:r>
              <a:rPr lang="en-US" dirty="0" err="1"/>
              <a:t>daxil</a:t>
            </a:r>
            <a:r>
              <a:rPr lang="en-US" dirty="0"/>
              <a:t> </a:t>
            </a:r>
            <a:r>
              <a:rPr lang="en-US" dirty="0" err="1"/>
              <a:t>oluna</a:t>
            </a:r>
            <a:r>
              <a:rPr lang="en-US" dirty="0"/>
              <a:t> </a:t>
            </a:r>
            <a:r>
              <a:rPr lang="en-US" dirty="0" err="1"/>
              <a:t>bilməli</a:t>
            </a:r>
            <a:r>
              <a:rPr lang="en-US" dirty="0"/>
              <a:t> </a:t>
            </a:r>
            <a:r>
              <a:rPr lang="en-US" dirty="0" err="1"/>
              <a:t>və</a:t>
            </a:r>
            <a:r>
              <a:rPr lang="en-US" dirty="0"/>
              <a:t> </a:t>
            </a:r>
            <a:r>
              <a:rPr lang="en-US" dirty="0" err="1"/>
              <a:t>təhlükəsizlik</a:t>
            </a:r>
            <a:r>
              <a:rPr lang="en-US" dirty="0"/>
              <a:t> </a:t>
            </a:r>
            <a:r>
              <a:rPr lang="en-US" dirty="0" err="1"/>
              <a:t>qaydalarına</a:t>
            </a:r>
            <a:r>
              <a:rPr lang="en-US" dirty="0"/>
              <a:t> </a:t>
            </a:r>
            <a:r>
              <a:rPr lang="en-US" dirty="0" err="1"/>
              <a:t>uyğun</a:t>
            </a:r>
            <a:r>
              <a:rPr lang="en-US" dirty="0"/>
              <a:t> </a:t>
            </a:r>
            <a:r>
              <a:rPr lang="en-US" dirty="0" err="1"/>
              <a:t>idarə</a:t>
            </a:r>
            <a:r>
              <a:rPr lang="en-US" dirty="0"/>
              <a:t> </a:t>
            </a:r>
            <a:r>
              <a:rPr lang="en-US" dirty="0" err="1"/>
              <a:t>edilməlidir</a:t>
            </a:r>
            <a:r>
              <a:rPr lang="en-US" dirty="0"/>
              <a:t>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5076288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09C43A-A08A-043F-5D00-F523781B18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err="1">
                <a:solidFill>
                  <a:srgbClr val="FF0000"/>
                </a:solidFill>
              </a:rPr>
              <a:t>Addım</a:t>
            </a:r>
            <a:r>
              <a:rPr lang="en-US" b="1" dirty="0">
                <a:solidFill>
                  <a:srgbClr val="FF0000"/>
                </a:solidFill>
              </a:rPr>
              <a:t> 1: Server </a:t>
            </a:r>
            <a:r>
              <a:rPr lang="en-US" b="1" dirty="0" err="1">
                <a:solidFill>
                  <a:srgbClr val="FF0000"/>
                </a:solidFill>
              </a:rPr>
              <a:t>Proqramının</a:t>
            </a:r>
            <a:r>
              <a:rPr lang="en-US" b="1" dirty="0">
                <a:solidFill>
                  <a:srgbClr val="FF0000"/>
                </a:solidFill>
              </a:rPr>
              <a:t> </a:t>
            </a:r>
            <a:r>
              <a:rPr lang="en-US" b="1" dirty="0" err="1">
                <a:solidFill>
                  <a:srgbClr val="FF0000"/>
                </a:solidFill>
              </a:rPr>
              <a:t>Quraşdırılması</a:t>
            </a:r>
            <a:r>
              <a:rPr lang="en-US" b="1" dirty="0">
                <a:solidFill>
                  <a:srgbClr val="FF0000"/>
                </a:solidFill>
              </a:rPr>
              <a:t> (Service Management)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C68DA3-ACE8-B9E9-2655-FA4700CFE9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dirty="0"/>
              <a:t>Linux-da </a:t>
            </a:r>
            <a:r>
              <a:rPr lang="en-US" dirty="0" err="1"/>
              <a:t>ən</a:t>
            </a:r>
            <a:r>
              <a:rPr lang="en-US" dirty="0"/>
              <a:t> </a:t>
            </a:r>
            <a:r>
              <a:rPr lang="en-US" dirty="0" err="1"/>
              <a:t>populyar</a:t>
            </a:r>
            <a:r>
              <a:rPr lang="en-US" dirty="0"/>
              <a:t> </a:t>
            </a:r>
            <a:r>
              <a:rPr lang="en-US" dirty="0" err="1"/>
              <a:t>veb</a:t>
            </a:r>
            <a:r>
              <a:rPr lang="en-US" dirty="0"/>
              <a:t> server </a:t>
            </a:r>
            <a:r>
              <a:rPr lang="en-US" dirty="0" err="1"/>
              <a:t>proqramlarından</a:t>
            </a:r>
            <a:r>
              <a:rPr lang="en-US" dirty="0"/>
              <a:t> </a:t>
            </a:r>
            <a:r>
              <a:rPr lang="en-US" dirty="0" err="1"/>
              <a:t>biri</a:t>
            </a:r>
            <a:r>
              <a:rPr lang="en-US" dirty="0"/>
              <a:t> Nginx-</a:t>
            </a:r>
            <a:r>
              <a:rPr lang="en-US" dirty="0" err="1"/>
              <a:t>dir</a:t>
            </a:r>
            <a:r>
              <a:rPr lang="en-US" dirty="0"/>
              <a:t> (</a:t>
            </a:r>
            <a:r>
              <a:rPr lang="en-US" dirty="0" err="1"/>
              <a:t>və</a:t>
            </a:r>
            <a:r>
              <a:rPr lang="en-US" dirty="0"/>
              <a:t> </a:t>
            </a:r>
            <a:r>
              <a:rPr lang="en-US" dirty="0" err="1"/>
              <a:t>ya</a:t>
            </a:r>
            <a:r>
              <a:rPr lang="en-US" dirty="0"/>
              <a:t> Apache). Biz Apache </a:t>
            </a:r>
            <a:r>
              <a:rPr lang="en-US" dirty="0" err="1"/>
              <a:t>üzərindən</a:t>
            </a:r>
            <a:r>
              <a:rPr lang="en-US" dirty="0"/>
              <a:t> </a:t>
            </a:r>
            <a:r>
              <a:rPr lang="en-US" dirty="0" err="1"/>
              <a:t>gedəcəyik</a:t>
            </a:r>
            <a:r>
              <a:rPr lang="en-US" dirty="0"/>
              <a:t>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az-Latn-AZ" dirty="0"/>
              <a:t>1.</a:t>
            </a:r>
            <a:r>
              <a:rPr lang="en-US" dirty="0" err="1"/>
              <a:t>Paketi</a:t>
            </a:r>
            <a:r>
              <a:rPr lang="en-US" dirty="0"/>
              <a:t> </a:t>
            </a:r>
            <a:r>
              <a:rPr lang="en-US" dirty="0" err="1"/>
              <a:t>yenilə</a:t>
            </a:r>
            <a:r>
              <a:rPr lang="en-US" dirty="0"/>
              <a:t> </a:t>
            </a:r>
            <a:r>
              <a:rPr lang="en-US" dirty="0" err="1"/>
              <a:t>və</a:t>
            </a:r>
            <a:r>
              <a:rPr lang="en-US" dirty="0"/>
              <a:t> Apache-</a:t>
            </a:r>
            <a:r>
              <a:rPr lang="en-US" dirty="0" err="1"/>
              <a:t>ni</a:t>
            </a:r>
            <a:r>
              <a:rPr lang="en-US" dirty="0"/>
              <a:t> </a:t>
            </a:r>
            <a:r>
              <a:rPr lang="en-US" dirty="0" err="1"/>
              <a:t>quraşdır</a:t>
            </a:r>
            <a:r>
              <a:rPr lang="en-US" dirty="0"/>
              <a:t>:</a:t>
            </a:r>
          </a:p>
          <a:p>
            <a:pPr marL="0" indent="0">
              <a:buNone/>
            </a:pPr>
            <a:r>
              <a:rPr lang="en-US" dirty="0" err="1">
                <a:solidFill>
                  <a:srgbClr val="FF0000"/>
                </a:solidFill>
              </a:rPr>
              <a:t>sudo</a:t>
            </a:r>
            <a:r>
              <a:rPr lang="en-US" dirty="0">
                <a:solidFill>
                  <a:srgbClr val="FF0000"/>
                </a:solidFill>
              </a:rPr>
              <a:t> apt update</a:t>
            </a:r>
          </a:p>
          <a:p>
            <a:pPr marL="0" indent="0">
              <a:buNone/>
            </a:pPr>
            <a:r>
              <a:rPr lang="en-US" dirty="0" err="1">
                <a:solidFill>
                  <a:srgbClr val="FF0000"/>
                </a:solidFill>
              </a:rPr>
              <a:t>sudo</a:t>
            </a:r>
            <a:r>
              <a:rPr lang="en-US" dirty="0">
                <a:solidFill>
                  <a:srgbClr val="FF0000"/>
                </a:solidFill>
              </a:rPr>
              <a:t> apt install apache2 -y</a:t>
            </a:r>
          </a:p>
          <a:p>
            <a:pPr marL="0" indent="0">
              <a:buNone/>
            </a:pPr>
            <a:endParaRPr lang="az-Latn-AZ" dirty="0"/>
          </a:p>
          <a:p>
            <a:pPr marL="0" indent="0">
              <a:buNone/>
            </a:pPr>
            <a:r>
              <a:rPr lang="az-Latn-AZ" dirty="0"/>
              <a:t>2.</a:t>
            </a:r>
            <a:r>
              <a:rPr lang="en-US" dirty="0" err="1"/>
              <a:t>Servisin</a:t>
            </a:r>
            <a:r>
              <a:rPr lang="en-US" dirty="0"/>
              <a:t> </a:t>
            </a:r>
            <a:r>
              <a:rPr lang="en-US" dirty="0" err="1"/>
              <a:t>vəziyyətini</a:t>
            </a:r>
            <a:r>
              <a:rPr lang="en-US" dirty="0"/>
              <a:t> </a:t>
            </a:r>
            <a:r>
              <a:rPr lang="en-US" dirty="0" err="1"/>
              <a:t>yoxla</a:t>
            </a:r>
            <a:r>
              <a:rPr lang="en-US" dirty="0"/>
              <a:t> </a:t>
            </a:r>
            <a:r>
              <a:rPr lang="en-US" dirty="0" err="1"/>
              <a:t>və</a:t>
            </a:r>
            <a:r>
              <a:rPr lang="en-US" dirty="0"/>
              <a:t> </a:t>
            </a:r>
            <a:r>
              <a:rPr lang="en-US" dirty="0" err="1"/>
              <a:t>sistem</a:t>
            </a:r>
            <a:r>
              <a:rPr lang="en-US" dirty="0"/>
              <a:t> </a:t>
            </a:r>
            <a:r>
              <a:rPr lang="en-US" dirty="0" err="1"/>
              <a:t>hər</a:t>
            </a:r>
            <a:r>
              <a:rPr lang="en-US" dirty="0"/>
              <a:t> </a:t>
            </a:r>
            <a:r>
              <a:rPr lang="en-US" dirty="0" err="1"/>
              <a:t>açılanda</a:t>
            </a:r>
            <a:r>
              <a:rPr lang="en-US" dirty="0"/>
              <a:t> </a:t>
            </a:r>
            <a:r>
              <a:rPr lang="en-US" dirty="0" err="1"/>
              <a:t>avtomatik</a:t>
            </a:r>
            <a:r>
              <a:rPr lang="en-US" dirty="0"/>
              <a:t> </a:t>
            </a:r>
            <a:r>
              <a:rPr lang="en-US" dirty="0" err="1"/>
              <a:t>başlamasını</a:t>
            </a:r>
            <a:r>
              <a:rPr lang="en-US" dirty="0"/>
              <a:t> </a:t>
            </a:r>
            <a:r>
              <a:rPr lang="en-US" dirty="0" err="1"/>
              <a:t>təmin</a:t>
            </a:r>
            <a:r>
              <a:rPr lang="en-US" dirty="0"/>
              <a:t> et:</a:t>
            </a:r>
          </a:p>
          <a:p>
            <a:pPr marL="0" indent="0">
              <a:buNone/>
            </a:pPr>
            <a:r>
              <a:rPr lang="en-US" dirty="0" err="1">
                <a:solidFill>
                  <a:srgbClr val="FF0000"/>
                </a:solidFill>
              </a:rPr>
              <a:t>sudo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systemctl</a:t>
            </a:r>
            <a:r>
              <a:rPr lang="en-US" dirty="0">
                <a:solidFill>
                  <a:srgbClr val="FF0000"/>
                </a:solidFill>
              </a:rPr>
              <a:t> status apache2</a:t>
            </a:r>
          </a:p>
          <a:p>
            <a:pPr marL="0" indent="0">
              <a:buNone/>
            </a:pPr>
            <a:r>
              <a:rPr lang="en-US" dirty="0" err="1">
                <a:solidFill>
                  <a:srgbClr val="FF0000"/>
                </a:solidFill>
              </a:rPr>
              <a:t>sudo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systemctl</a:t>
            </a:r>
            <a:r>
              <a:rPr lang="en-US" dirty="0">
                <a:solidFill>
                  <a:srgbClr val="FF0000"/>
                </a:solidFill>
              </a:rPr>
              <a:t> enable apache2</a:t>
            </a:r>
          </a:p>
        </p:txBody>
      </p:sp>
    </p:spTree>
    <p:extLst>
      <p:ext uri="{BB962C8B-B14F-4D97-AF65-F5344CB8AC3E}">
        <p14:creationId xmlns:p14="http://schemas.microsoft.com/office/powerpoint/2010/main" val="254146122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B0036BA-B1CB-BD69-FDD7-C964A19587B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38129" y="457323"/>
            <a:ext cx="8903901" cy="5943354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57357122-893B-1D3E-0F45-E379E2221550}"/>
              </a:ext>
            </a:extLst>
          </p:cNvPr>
          <p:cNvSpPr txBox="1"/>
          <p:nvPr/>
        </p:nvSpPr>
        <p:spPr>
          <a:xfrm rot="16200000">
            <a:off x="-1434830" y="3222259"/>
            <a:ext cx="564895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000" b="1" dirty="0" err="1">
                <a:solidFill>
                  <a:srgbClr val="FF0000"/>
                </a:solidFill>
              </a:rPr>
              <a:t>sudo</a:t>
            </a:r>
            <a:r>
              <a:rPr lang="en-US" sz="4000" b="1" dirty="0">
                <a:solidFill>
                  <a:srgbClr val="FF0000"/>
                </a:solidFill>
              </a:rPr>
              <a:t> apt update</a:t>
            </a:r>
          </a:p>
        </p:txBody>
      </p:sp>
    </p:spTree>
    <p:extLst>
      <p:ext uri="{BB962C8B-B14F-4D97-AF65-F5344CB8AC3E}">
        <p14:creationId xmlns:p14="http://schemas.microsoft.com/office/powerpoint/2010/main" val="11031075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2993A108-055F-B784-09B7-779488C1B3C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90537" y="141304"/>
            <a:ext cx="9011651" cy="640387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AF62F446-CE38-F146-1441-14A880558F34}"/>
              </a:ext>
            </a:extLst>
          </p:cNvPr>
          <p:cNvSpPr txBox="1"/>
          <p:nvPr/>
        </p:nvSpPr>
        <p:spPr>
          <a:xfrm rot="16200000">
            <a:off x="-1525003" y="3175016"/>
            <a:ext cx="609399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3600" b="1" dirty="0">
                <a:solidFill>
                  <a:srgbClr val="FF0000"/>
                </a:solidFill>
              </a:rPr>
              <a:t>sudo </a:t>
            </a:r>
            <a:r>
              <a:rPr lang="es-ES" sz="3600" b="1" dirty="0" err="1">
                <a:solidFill>
                  <a:srgbClr val="FF0000"/>
                </a:solidFill>
              </a:rPr>
              <a:t>apt</a:t>
            </a:r>
            <a:r>
              <a:rPr lang="es-ES" sz="3600" b="1" dirty="0">
                <a:solidFill>
                  <a:srgbClr val="FF0000"/>
                </a:solidFill>
              </a:rPr>
              <a:t> </a:t>
            </a:r>
            <a:r>
              <a:rPr lang="es-ES" sz="3600" b="1" dirty="0" err="1">
                <a:solidFill>
                  <a:srgbClr val="FF0000"/>
                </a:solidFill>
              </a:rPr>
              <a:t>install</a:t>
            </a:r>
            <a:r>
              <a:rPr lang="es-ES" sz="3600" b="1" dirty="0">
                <a:solidFill>
                  <a:srgbClr val="FF0000"/>
                </a:solidFill>
              </a:rPr>
              <a:t> apache2 -y</a:t>
            </a:r>
            <a:endParaRPr lang="en-US" sz="36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3365577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A62DB5DA-63EA-3F56-1C63-1527A7AD7EB0}"/>
              </a:ext>
            </a:extLst>
          </p:cNvPr>
          <p:cNvSpPr txBox="1"/>
          <p:nvPr/>
        </p:nvSpPr>
        <p:spPr>
          <a:xfrm rot="16200000">
            <a:off x="-1645318" y="2890391"/>
            <a:ext cx="6093994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3200" b="1" dirty="0" err="1">
                <a:solidFill>
                  <a:srgbClr val="FF0000"/>
                </a:solidFill>
              </a:rPr>
              <a:t>sudo</a:t>
            </a:r>
            <a:r>
              <a:rPr lang="en-US" sz="3200" b="1" dirty="0">
                <a:solidFill>
                  <a:srgbClr val="FF0000"/>
                </a:solidFill>
              </a:rPr>
              <a:t> </a:t>
            </a:r>
            <a:r>
              <a:rPr lang="en-US" sz="3200" b="1" dirty="0" err="1">
                <a:solidFill>
                  <a:srgbClr val="FF0000"/>
                </a:solidFill>
              </a:rPr>
              <a:t>systemctl</a:t>
            </a:r>
            <a:r>
              <a:rPr lang="en-US" sz="3200" b="1" dirty="0">
                <a:solidFill>
                  <a:srgbClr val="FF0000"/>
                </a:solidFill>
              </a:rPr>
              <a:t> status apache2</a:t>
            </a:r>
          </a:p>
          <a:p>
            <a:pPr marL="0" indent="0">
              <a:buNone/>
            </a:pPr>
            <a:r>
              <a:rPr lang="en-US" sz="3200" b="1" dirty="0" err="1">
                <a:solidFill>
                  <a:srgbClr val="FF0000"/>
                </a:solidFill>
              </a:rPr>
              <a:t>sudo</a:t>
            </a:r>
            <a:r>
              <a:rPr lang="en-US" sz="3200" b="1" dirty="0">
                <a:solidFill>
                  <a:srgbClr val="FF0000"/>
                </a:solidFill>
              </a:rPr>
              <a:t> </a:t>
            </a:r>
            <a:r>
              <a:rPr lang="en-US" sz="3200" b="1" dirty="0" err="1">
                <a:solidFill>
                  <a:srgbClr val="FF0000"/>
                </a:solidFill>
              </a:rPr>
              <a:t>systemctl</a:t>
            </a:r>
            <a:r>
              <a:rPr lang="en-US" sz="3200" b="1" dirty="0">
                <a:solidFill>
                  <a:srgbClr val="FF0000"/>
                </a:solidFill>
              </a:rPr>
              <a:t> enable apache2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DA03ECC-F7F0-610A-7D8F-52A57C0CC50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05773" y="1439156"/>
            <a:ext cx="9405515" cy="39796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018586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5BFE6E-1BBD-33BC-C879-1FB66B5917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err="1">
                <a:solidFill>
                  <a:srgbClr val="FF0000"/>
                </a:solidFill>
              </a:rPr>
              <a:t>Addım</a:t>
            </a:r>
            <a:r>
              <a:rPr lang="en-US" b="1" dirty="0">
                <a:solidFill>
                  <a:srgbClr val="FF0000"/>
                </a:solidFill>
              </a:rPr>
              <a:t> 2: </a:t>
            </a:r>
            <a:r>
              <a:rPr lang="en-US" b="1" dirty="0" err="1">
                <a:solidFill>
                  <a:srgbClr val="FF0000"/>
                </a:solidFill>
              </a:rPr>
              <a:t>Veb</a:t>
            </a:r>
            <a:r>
              <a:rPr lang="en-US" b="1" dirty="0">
                <a:solidFill>
                  <a:srgbClr val="FF0000"/>
                </a:solidFill>
              </a:rPr>
              <a:t> Səhifənin Yaradılması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9AB536-AB3D-EA42-2808-448E0F15FF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dirty="0"/>
              <a:t>Apache-</a:t>
            </a:r>
            <a:r>
              <a:rPr lang="en-US" dirty="0" err="1"/>
              <a:t>nin</a:t>
            </a:r>
            <a:r>
              <a:rPr lang="en-US" dirty="0"/>
              <a:t> </a:t>
            </a:r>
            <a:r>
              <a:rPr lang="en-US" dirty="0" err="1"/>
              <a:t>standart</a:t>
            </a:r>
            <a:r>
              <a:rPr lang="en-US" dirty="0"/>
              <a:t> </a:t>
            </a:r>
            <a:r>
              <a:rPr lang="en-US" dirty="0" err="1"/>
              <a:t>veb</a:t>
            </a:r>
            <a:r>
              <a:rPr lang="en-US" dirty="0"/>
              <a:t> </a:t>
            </a:r>
            <a:r>
              <a:rPr lang="en-US" dirty="0" err="1"/>
              <a:t>faylları</a:t>
            </a:r>
            <a:r>
              <a:rPr lang="en-US" dirty="0"/>
              <a:t> /var/www/html/ </a:t>
            </a:r>
            <a:r>
              <a:rPr lang="en-US" dirty="0" err="1"/>
              <a:t>qovluğunda</a:t>
            </a:r>
            <a:r>
              <a:rPr lang="en-US" dirty="0"/>
              <a:t> </a:t>
            </a:r>
            <a:r>
              <a:rPr lang="en-US" dirty="0" err="1"/>
              <a:t>yerləşir</a:t>
            </a:r>
            <a:r>
              <a:rPr lang="en-US" dirty="0"/>
              <a:t>.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O </a:t>
            </a:r>
            <a:r>
              <a:rPr lang="en-US" dirty="0" err="1"/>
              <a:t>qovluğa</a:t>
            </a:r>
            <a:r>
              <a:rPr lang="en-US" dirty="0"/>
              <a:t> </a:t>
            </a:r>
            <a:r>
              <a:rPr lang="en-US" dirty="0" err="1"/>
              <a:t>keç</a:t>
            </a:r>
            <a:r>
              <a:rPr lang="en-US" dirty="0"/>
              <a:t>: cd /var/www/html/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 err="1"/>
              <a:t>İçindəki</a:t>
            </a:r>
            <a:r>
              <a:rPr lang="en-US" dirty="0"/>
              <a:t> </a:t>
            </a:r>
            <a:r>
              <a:rPr lang="en-US" dirty="0" err="1"/>
              <a:t>standart</a:t>
            </a:r>
            <a:r>
              <a:rPr lang="en-US" dirty="0"/>
              <a:t> </a:t>
            </a:r>
            <a:r>
              <a:rPr lang="en-US" dirty="0" err="1"/>
              <a:t>faylı</a:t>
            </a:r>
            <a:r>
              <a:rPr lang="en-US" dirty="0"/>
              <a:t> </a:t>
            </a:r>
            <a:r>
              <a:rPr lang="en-US" dirty="0" err="1"/>
              <a:t>sil</a:t>
            </a:r>
            <a:r>
              <a:rPr lang="en-US" dirty="0"/>
              <a:t>: </a:t>
            </a:r>
            <a:r>
              <a:rPr lang="en-US" dirty="0" err="1"/>
              <a:t>sudo</a:t>
            </a:r>
            <a:r>
              <a:rPr lang="en-US" dirty="0"/>
              <a:t> rm index.html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Öz </a:t>
            </a:r>
            <a:r>
              <a:rPr lang="en-US" dirty="0" err="1"/>
              <a:t>adınla</a:t>
            </a:r>
            <a:r>
              <a:rPr lang="en-US" dirty="0"/>
              <a:t> yeni, </a:t>
            </a:r>
            <a:r>
              <a:rPr lang="en-US" dirty="0" err="1"/>
              <a:t>səliqəli</a:t>
            </a:r>
            <a:r>
              <a:rPr lang="en-US" dirty="0"/>
              <a:t> </a:t>
            </a:r>
            <a:r>
              <a:rPr lang="en-US" dirty="0" err="1"/>
              <a:t>bir</a:t>
            </a:r>
            <a:r>
              <a:rPr lang="en-US" dirty="0"/>
              <a:t> </a:t>
            </a:r>
            <a:r>
              <a:rPr lang="en-US" dirty="0" err="1"/>
              <a:t>fayl</a:t>
            </a:r>
            <a:r>
              <a:rPr lang="en-US" dirty="0"/>
              <a:t> </a:t>
            </a:r>
            <a:r>
              <a:rPr lang="en-US" dirty="0" err="1"/>
              <a:t>yarat</a:t>
            </a:r>
            <a:r>
              <a:rPr lang="en-US" dirty="0"/>
              <a:t> (</a:t>
            </a:r>
            <a:r>
              <a:rPr lang="en-US" dirty="0" err="1"/>
              <a:t>Boşluq</a:t>
            </a:r>
            <a:r>
              <a:rPr lang="en-US" dirty="0"/>
              <a:t> </a:t>
            </a:r>
            <a:r>
              <a:rPr lang="en-US" dirty="0" err="1"/>
              <a:t>buraxmadan</a:t>
            </a:r>
            <a:r>
              <a:rPr lang="en-US" dirty="0"/>
              <a:t>, </a:t>
            </a:r>
            <a:r>
              <a:rPr lang="en-US" dirty="0" err="1"/>
              <a:t>kiçik</a:t>
            </a:r>
            <a:r>
              <a:rPr lang="en-US" dirty="0"/>
              <a:t> </a:t>
            </a:r>
            <a:r>
              <a:rPr lang="en-US" dirty="0" err="1"/>
              <a:t>hərflərlə</a:t>
            </a:r>
            <a:r>
              <a:rPr lang="en-US" dirty="0"/>
              <a:t>):</a:t>
            </a:r>
            <a:endParaRPr lang="az-Latn-AZ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 err="1">
                <a:solidFill>
                  <a:srgbClr val="FF0000"/>
                </a:solidFill>
              </a:rPr>
              <a:t>sudo</a:t>
            </a:r>
            <a:r>
              <a:rPr lang="en-US" dirty="0">
                <a:solidFill>
                  <a:srgbClr val="FF0000"/>
                </a:solidFill>
              </a:rPr>
              <a:t> nano index.html</a:t>
            </a:r>
          </a:p>
          <a:p>
            <a:pPr marL="0" indent="0">
              <a:buNone/>
            </a:pPr>
            <a:r>
              <a:rPr lang="az-Latn-AZ" dirty="0"/>
              <a:t>4.       </a:t>
            </a:r>
            <a:r>
              <a:rPr lang="en-US" dirty="0" err="1"/>
              <a:t>Açılan</a:t>
            </a:r>
            <a:r>
              <a:rPr lang="en-US" dirty="0"/>
              <a:t> </a:t>
            </a:r>
            <a:r>
              <a:rPr lang="en-US" dirty="0" err="1"/>
              <a:t>redaktora</a:t>
            </a:r>
            <a:r>
              <a:rPr lang="en-US" dirty="0"/>
              <a:t> </a:t>
            </a:r>
            <a:r>
              <a:rPr lang="en-US" dirty="0" err="1"/>
              <a:t>bu</a:t>
            </a:r>
            <a:r>
              <a:rPr lang="en-US" dirty="0"/>
              <a:t> </a:t>
            </a:r>
            <a:r>
              <a:rPr lang="en-US" dirty="0" err="1"/>
              <a:t>sadə</a:t>
            </a:r>
            <a:r>
              <a:rPr lang="en-US" dirty="0"/>
              <a:t> HTML </a:t>
            </a:r>
            <a:r>
              <a:rPr lang="en-US" dirty="0" err="1"/>
              <a:t>kodu</a:t>
            </a:r>
            <a:r>
              <a:rPr lang="en-US" dirty="0"/>
              <a:t> </a:t>
            </a:r>
            <a:r>
              <a:rPr lang="en-US" dirty="0" err="1"/>
              <a:t>yaz</a:t>
            </a:r>
            <a:r>
              <a:rPr lang="en-US" dirty="0"/>
              <a:t>: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HTML</a:t>
            </a:r>
          </a:p>
          <a:p>
            <a:pPr marL="0" indent="0">
              <a:buNone/>
            </a:pPr>
            <a:r>
              <a:rPr lang="en-US" dirty="0">
                <a:solidFill>
                  <a:srgbClr val="0070C0"/>
                </a:solidFill>
              </a:rPr>
              <a:t>&lt;h1&gt;Hebib </a:t>
            </a:r>
            <a:r>
              <a:rPr lang="en-US" dirty="0" err="1">
                <a:solidFill>
                  <a:srgbClr val="0070C0"/>
                </a:solidFill>
              </a:rPr>
              <a:t>SysAdmin</a:t>
            </a:r>
            <a:r>
              <a:rPr lang="en-US" dirty="0">
                <a:solidFill>
                  <a:srgbClr val="0070C0"/>
                </a:solidFill>
              </a:rPr>
              <a:t> Linux Project&lt;/h1&gt;</a:t>
            </a:r>
          </a:p>
          <a:p>
            <a:pPr marL="0" indent="0">
              <a:buNone/>
            </a:pPr>
            <a:r>
              <a:rPr lang="en-US" dirty="0">
                <a:solidFill>
                  <a:srgbClr val="0070C0"/>
                </a:solidFill>
              </a:rPr>
              <a:t>&lt;p&gt;Bu server </a:t>
            </a:r>
            <a:r>
              <a:rPr lang="en-US" dirty="0" err="1">
                <a:solidFill>
                  <a:srgbClr val="0070C0"/>
                </a:solidFill>
              </a:rPr>
              <a:t>ugurla</a:t>
            </a:r>
            <a:r>
              <a:rPr lang="en-US" dirty="0">
                <a:solidFill>
                  <a:srgbClr val="0070C0"/>
                </a:solidFill>
              </a:rPr>
              <a:t> </a:t>
            </a:r>
            <a:r>
              <a:rPr lang="en-US" dirty="0" err="1">
                <a:solidFill>
                  <a:srgbClr val="0070C0"/>
                </a:solidFill>
              </a:rPr>
              <a:t>qur</a:t>
            </a:r>
            <a:r>
              <a:rPr lang="az-Latn-AZ" dirty="0">
                <a:solidFill>
                  <a:srgbClr val="0070C0"/>
                </a:solidFill>
              </a:rPr>
              <a:t>uldu</a:t>
            </a:r>
            <a:r>
              <a:rPr lang="en-US" dirty="0">
                <a:solidFill>
                  <a:srgbClr val="0070C0"/>
                </a:solidFill>
              </a:rPr>
              <a:t>&lt;/p&gt;</a:t>
            </a:r>
          </a:p>
          <a:p>
            <a:pPr marL="0" indent="0">
              <a:buNone/>
            </a:pPr>
            <a:r>
              <a:rPr lang="en-US" dirty="0"/>
              <a:t>(Yadda </a:t>
            </a:r>
            <a:r>
              <a:rPr lang="en-US" dirty="0" err="1"/>
              <a:t>saxlayıb</a:t>
            </a:r>
            <a:r>
              <a:rPr lang="en-US" dirty="0"/>
              <a:t> </a:t>
            </a:r>
            <a:r>
              <a:rPr lang="en-US" dirty="0" err="1"/>
              <a:t>çıxmaq</a:t>
            </a:r>
            <a:r>
              <a:rPr lang="en-US" dirty="0"/>
              <a:t> </a:t>
            </a:r>
            <a:r>
              <a:rPr lang="en-US" dirty="0" err="1"/>
              <a:t>üçün</a:t>
            </a:r>
            <a:r>
              <a:rPr lang="en-US" dirty="0"/>
              <a:t>: Ctrl + O, Enter, Ctrl + X).</a:t>
            </a:r>
          </a:p>
        </p:txBody>
      </p:sp>
    </p:spTree>
    <p:extLst>
      <p:ext uri="{BB962C8B-B14F-4D97-AF65-F5344CB8AC3E}">
        <p14:creationId xmlns:p14="http://schemas.microsoft.com/office/powerpoint/2010/main" val="223131497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EC2EA21-171F-1C1C-6DF8-D13EE0CA3F2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7082" y="1034915"/>
            <a:ext cx="10757835" cy="47881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378401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19142A-2342-3C91-FF82-346DCDD5E2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err="1">
                <a:solidFill>
                  <a:srgbClr val="FF0000"/>
                </a:solidFill>
              </a:rPr>
              <a:t>Addım</a:t>
            </a:r>
            <a:r>
              <a:rPr lang="en-US" b="1" dirty="0">
                <a:solidFill>
                  <a:srgbClr val="FF0000"/>
                </a:solidFill>
              </a:rPr>
              <a:t> 3: </a:t>
            </a:r>
            <a:r>
              <a:rPr lang="en-US" b="1" dirty="0" err="1">
                <a:solidFill>
                  <a:srgbClr val="FF0000"/>
                </a:solidFill>
              </a:rPr>
              <a:t>Təhlükəsizlik</a:t>
            </a:r>
            <a:r>
              <a:rPr lang="en-US" b="1" dirty="0">
                <a:solidFill>
                  <a:srgbClr val="FF0000"/>
                </a:solidFill>
              </a:rPr>
              <a:t> </a:t>
            </a:r>
            <a:r>
              <a:rPr lang="en-US" b="1" dirty="0" err="1">
                <a:solidFill>
                  <a:srgbClr val="FF0000"/>
                </a:solidFill>
              </a:rPr>
              <a:t>İcazələrinin</a:t>
            </a:r>
            <a:r>
              <a:rPr lang="en-US" b="1" dirty="0">
                <a:solidFill>
                  <a:srgbClr val="FF0000"/>
                </a:solidFill>
              </a:rPr>
              <a:t> </a:t>
            </a:r>
            <a:r>
              <a:rPr lang="en-US" b="1" dirty="0" err="1">
                <a:solidFill>
                  <a:srgbClr val="FF0000"/>
                </a:solidFill>
              </a:rPr>
              <a:t>Tənzimlənməsi</a:t>
            </a:r>
            <a:r>
              <a:rPr lang="en-US" b="1" dirty="0">
                <a:solidFill>
                  <a:srgbClr val="FF0000"/>
                </a:solidFill>
              </a:rPr>
              <a:t> (Permissions &amp; Security</a:t>
            </a:r>
            <a:r>
              <a:rPr lang="en-US" dirty="0"/>
              <a:t>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DCD065-A37D-3467-1721-99D9BD83CB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34503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Bu </a:t>
            </a:r>
            <a:r>
              <a:rPr lang="en-US" dirty="0" err="1"/>
              <a:t>faylın</a:t>
            </a:r>
            <a:r>
              <a:rPr lang="en-US" dirty="0"/>
              <a:t> </a:t>
            </a:r>
            <a:r>
              <a:rPr lang="en-US" dirty="0" err="1"/>
              <a:t>icazələrini</a:t>
            </a:r>
            <a:r>
              <a:rPr lang="en-US" dirty="0"/>
              <a:t> </a:t>
            </a:r>
            <a:r>
              <a:rPr lang="en-US" dirty="0" err="1"/>
              <a:t>elə</a:t>
            </a:r>
            <a:r>
              <a:rPr lang="en-US" dirty="0"/>
              <a:t> </a:t>
            </a:r>
            <a:r>
              <a:rPr lang="en-US" dirty="0" err="1"/>
              <a:t>tənzimlə</a:t>
            </a:r>
            <a:r>
              <a:rPr lang="en-US" dirty="0"/>
              <a:t> ki, </a:t>
            </a:r>
            <a:r>
              <a:rPr lang="en-US" dirty="0" err="1"/>
              <a:t>sistemdəki</a:t>
            </a:r>
            <a:r>
              <a:rPr lang="en-US" dirty="0"/>
              <a:t> </a:t>
            </a:r>
            <a:r>
              <a:rPr lang="en-US" dirty="0" err="1"/>
              <a:t>hər</a:t>
            </a:r>
            <a:r>
              <a:rPr lang="en-US" dirty="0"/>
              <a:t> </a:t>
            </a:r>
            <a:r>
              <a:rPr lang="en-US" dirty="0" err="1"/>
              <a:t>kəs</a:t>
            </a:r>
            <a:r>
              <a:rPr lang="en-US" dirty="0"/>
              <a:t> </a:t>
            </a:r>
            <a:r>
              <a:rPr lang="en-US" dirty="0" err="1"/>
              <a:t>dəyişə</a:t>
            </a:r>
            <a:r>
              <a:rPr lang="en-US" dirty="0"/>
              <a:t> </a:t>
            </a:r>
            <a:r>
              <a:rPr lang="en-US" dirty="0" err="1"/>
              <a:t>bilməsin</a:t>
            </a:r>
            <a:r>
              <a:rPr lang="en-US" dirty="0"/>
              <a:t>, </a:t>
            </a:r>
            <a:r>
              <a:rPr lang="en-US" dirty="0" err="1"/>
              <a:t>yalnız</a:t>
            </a:r>
            <a:r>
              <a:rPr lang="en-US" dirty="0"/>
              <a:t> </a:t>
            </a:r>
            <a:r>
              <a:rPr lang="en-US" dirty="0" err="1"/>
              <a:t>oxuna</a:t>
            </a:r>
            <a:r>
              <a:rPr lang="en-US" dirty="0"/>
              <a:t> </a:t>
            </a:r>
            <a:r>
              <a:rPr lang="en-US" dirty="0" err="1"/>
              <a:t>bilsin</a:t>
            </a:r>
            <a:r>
              <a:rPr lang="en-US" dirty="0"/>
              <a:t>.</a:t>
            </a:r>
          </a:p>
          <a:p>
            <a:pPr marL="0" indent="0">
              <a:buNone/>
            </a:pPr>
            <a:r>
              <a:rPr lang="en-US" dirty="0" err="1">
                <a:solidFill>
                  <a:srgbClr val="FF0000"/>
                </a:solidFill>
              </a:rPr>
              <a:t>sudo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chmod</a:t>
            </a:r>
            <a:r>
              <a:rPr lang="en-US" dirty="0">
                <a:solidFill>
                  <a:srgbClr val="FF0000"/>
                </a:solidFill>
              </a:rPr>
              <a:t> 644 index.html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80D19F4-69D1-773F-9544-199A268CB3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3670983"/>
            <a:ext cx="8191784" cy="18288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570710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EE26EFA-F008-8C43-1180-C9691ACE7AE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908" y="976437"/>
            <a:ext cx="11909481" cy="50243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777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16FC8202-400B-8618-B968-5B944128E4B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42301" y="1620178"/>
            <a:ext cx="8107397" cy="36176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4246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50</TotalTime>
  <Words>274</Words>
  <Application>Microsoft Office PowerPoint</Application>
  <PresentationFormat>Widescreen</PresentationFormat>
  <Paragraphs>32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Calibri Light</vt:lpstr>
      <vt:lpstr>Office Theme</vt:lpstr>
      <vt:lpstr>Layihənin Ssenarisi: "Şirkətin İlk Veb Serveri"</vt:lpstr>
      <vt:lpstr>Addım 1: Server Proqramının Quraşdırılması (Service Management)</vt:lpstr>
      <vt:lpstr>PowerPoint Presentation</vt:lpstr>
      <vt:lpstr>PowerPoint Presentation</vt:lpstr>
      <vt:lpstr>PowerPoint Presentation</vt:lpstr>
      <vt:lpstr>Addım 2: Veb Səhifənin Yaradılması</vt:lpstr>
      <vt:lpstr>PowerPoint Presentation</vt:lpstr>
      <vt:lpstr>Addım 3: Təhlükəsizlik İcazələrinin Tənzimlənməsi (Permissions &amp; Security)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Sadiqov</dc:creator>
  <cp:lastModifiedBy>Sadiqov</cp:lastModifiedBy>
  <cp:revision>1</cp:revision>
  <dcterms:created xsi:type="dcterms:W3CDTF">2026-05-24T11:01:41Z</dcterms:created>
  <dcterms:modified xsi:type="dcterms:W3CDTF">2026-05-24T11:52:09Z</dcterms:modified>
</cp:coreProperties>
</file>