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AB34D-C7D5-508D-73CA-2CA7D7236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435F4-5EDB-1F83-53E5-510D395D3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90A2D-3B68-9194-BE19-CED966DB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52EAF-0A3B-4161-80DB-72BA0FB39DE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B14D7-1207-D68F-07EB-718839CC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33DEA-C40D-8B54-0D1B-30F80AFC4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160DC-C504-4C56-8E9B-DEA11A1CC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18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0ADC-0304-D0D9-7EE4-ADE2E9986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0DAE1-94A6-B72B-08C7-5BEDA20F3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0C1F3-6A80-09EA-2B13-1548E7C82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52EAF-0A3B-4161-80DB-72BA0FB39DE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7A487-C5D4-A080-5907-2B29BC50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0289B-281C-CF6F-64EF-E9FEB0722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160DC-C504-4C56-8E9B-DEA11A1CC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0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D02D0-3D6F-2FE5-8110-6059BA476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7CC7-9DF1-B781-E65E-6156656B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3B4F7-7ABB-B5BD-E5BF-A21B8335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52EAF-0A3B-4161-80DB-72BA0FB39DE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D7FF2-F7E3-FF31-E2BB-CCCFFC63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75E46-68B5-A1FA-6558-A05D277D3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160DC-C504-4C56-8E9B-DEA11A1CC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2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CA8D-835C-B36D-8385-AC4AE1D2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06C1D-6FE8-4030-2413-45413600E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69CB3-ABFE-69CA-C7A5-4520A96E0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A3C58-8774-26C1-D618-CEEC2A807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52EAF-0A3B-4161-80DB-72BA0FB39DE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84A2B-6F09-F7DE-4F68-92A44731A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C72A8-599B-29BA-3A17-D79567D7B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160DC-C504-4C56-8E9B-DEA11A1CC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67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074D7-A9A3-83FB-BF89-15AD4387A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34827-BC9C-3956-4B36-9A61650F0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011FC2-7B06-AACE-C09F-7F6C3F126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AE6799-D3CB-DD03-80A7-4E5DAC08C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964EB-3186-812F-01D9-34D25625D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23AAC3-CD56-6EE9-56D0-768883EA9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52EAF-0A3B-4161-80DB-72BA0FB39DE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8EC1D-EF81-3D2E-4406-FF9806EF0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BA5D4F-6FC1-5887-7673-1E9CD7F3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160DC-C504-4C56-8E9B-DEA11A1CC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72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50D20-2A7C-CAF7-EF4B-5EEC88D6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CA96A3-B1AC-B62A-4033-D212D1FCE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52EAF-0A3B-4161-80DB-72BA0FB39DE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1BC3A-0CC8-E94A-8A21-2ABCD1E7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2ED4F-6D39-5D2F-D92B-D481DCF8D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160DC-C504-4C56-8E9B-DEA11A1CC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78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5491A-22FF-F4E2-1C37-D1FCF9F4A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52EAF-0A3B-4161-80DB-72BA0FB39DE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B1EA6-60E0-3D48-1307-4797D0D6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D0429-67E2-097D-49BD-C85383050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160DC-C504-4C56-8E9B-DEA11A1CC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89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52CE-DFC6-AD15-D2B0-B04C1CD7D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9B25D-F21C-5DF9-9528-071FFD909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F7D0D-F2D6-67F3-1BAF-5681D99B4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C34AD-F893-8217-221D-9889CCAC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52EAF-0A3B-4161-80DB-72BA0FB39DE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440C3-4F10-9630-CA14-2FD67F2CE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3A79B-79AE-6C48-D52E-5342242E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160DC-C504-4C56-8E9B-DEA11A1CC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3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3A3D-7258-7494-06E6-F46A32DC9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694E97-EF2C-C883-3C10-1B3E95E46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2A215-01D8-DE4D-8804-D11CB03ED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58EDD-B6CF-924C-17A5-0B06B954F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52EAF-0A3B-4161-80DB-72BA0FB39DE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61709-3752-7690-ECD3-328666F4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B6CC7-B261-6CCB-B0CA-99501A71B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160DC-C504-4C56-8E9B-DEA11A1CC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71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DB25A-6D18-286C-18B1-4C94C6EE2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321B2-6EAF-5B1C-B1D4-AE9E73C91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C0E07-4247-C3C9-69BB-354A96BD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52EAF-0A3B-4161-80DB-72BA0FB39DE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21A24-662C-5C02-6AD0-D0174AB63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E0A1E-5AD9-6EFC-60F2-1EE8CBB42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160DC-C504-4C56-8E9B-DEA11A1CC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9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B0673-E56A-DBFF-03FF-74D442979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465830-D18F-D6BE-B0A8-ADE88839B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5314D-830F-2792-69D4-725853989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52EAF-0A3B-4161-80DB-72BA0FB39DE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68F35-1FB9-AB14-8CD6-D5FF66874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49BB0-1872-3366-EF04-2E94B680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160DC-C504-4C56-8E9B-DEA11A1CC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0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A21AE-ED61-074A-DDBA-42B4A13C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D65F6-B804-F5FB-45C1-C766731F3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35858-4737-8A1C-170F-2C27A2D8A7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52EAF-0A3B-4161-80DB-72BA0FB39DE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0B987-12C2-140D-FA30-4D0DCB7EB3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53441-BB66-F99E-DCEB-74BAE4950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160DC-C504-4C56-8E9B-DEA11A1CC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0384-C194-A142-C509-A9B137964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4475"/>
            <a:ext cx="9144000" cy="105972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NAT vs Bridge </a:t>
            </a:r>
            <a:r>
              <a:rPr lang="en-US" b="1" dirty="0" err="1">
                <a:solidFill>
                  <a:srgbClr val="FF0000"/>
                </a:solidFill>
              </a:rPr>
              <a:t>Məntiqi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AD564-E551-705F-4EDB-1AF81A4D2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98357"/>
            <a:ext cx="9144000" cy="1655762"/>
          </a:xfrm>
        </p:spPr>
        <p:txBody>
          <a:bodyPr/>
          <a:lstStyle/>
          <a:p>
            <a:r>
              <a:rPr lang="en-US" dirty="0"/>
              <a:t>Virtual </a:t>
            </a:r>
            <a:r>
              <a:rPr lang="en-US" dirty="0" err="1"/>
              <a:t>maşın</a:t>
            </a:r>
            <a:r>
              <a:rPr lang="en-US" dirty="0"/>
              <a:t> </a:t>
            </a:r>
            <a:r>
              <a:rPr lang="en-US" dirty="0" err="1"/>
              <a:t>qurarkən</a:t>
            </a:r>
            <a:r>
              <a:rPr lang="en-US" dirty="0"/>
              <a:t> (VMware Workstation-da)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kartı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ən</a:t>
            </a:r>
            <a:r>
              <a:rPr lang="en-US" dirty="0"/>
              <a:t> </a:t>
            </a:r>
            <a:r>
              <a:rPr lang="en-US" dirty="0" err="1"/>
              <a:t>çox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rejimdən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olunur</a:t>
            </a:r>
            <a:r>
              <a:rPr lang="en-US" dirty="0"/>
              <a:t>. </a:t>
            </a:r>
            <a:r>
              <a:rPr lang="en-US" dirty="0" err="1"/>
              <a:t>Aralarındakı</a:t>
            </a:r>
            <a:r>
              <a:rPr lang="en-US" dirty="0"/>
              <a:t> </a:t>
            </a:r>
            <a:r>
              <a:rPr lang="en-US" dirty="0" err="1"/>
              <a:t>fərqi</a:t>
            </a:r>
            <a:r>
              <a:rPr lang="en-US" dirty="0"/>
              <a:t> </a:t>
            </a:r>
            <a:r>
              <a:rPr lang="en-US" dirty="0" err="1"/>
              <a:t>anlamaq</a:t>
            </a:r>
            <a:r>
              <a:rPr lang="en-US" dirty="0"/>
              <a:t> </a:t>
            </a:r>
            <a:r>
              <a:rPr lang="en-US" dirty="0" err="1"/>
              <a:t>çox</a:t>
            </a:r>
            <a:r>
              <a:rPr lang="en-US" dirty="0"/>
              <a:t> </a:t>
            </a:r>
            <a:r>
              <a:rPr lang="en-US" dirty="0" err="1"/>
              <a:t>sadədir</a:t>
            </a:r>
            <a:r>
              <a:rPr lang="en-US" dirty="0"/>
              <a:t>:</a:t>
            </a:r>
            <a:endParaRPr lang="az-Latn-AZ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500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B4F3-EF7B-BD91-016E-57ED52E9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1. NAT (Network Address Translation) </a:t>
            </a:r>
            <a:r>
              <a:rPr lang="en-US" b="1" dirty="0" err="1">
                <a:solidFill>
                  <a:srgbClr val="FF0000"/>
                </a:solidFill>
              </a:rPr>
              <a:t>Rejimi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A92F7-D3B8-A73E-978C-0054A53AB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Məntiq</a:t>
            </a:r>
            <a:r>
              <a:rPr lang="en-US" dirty="0"/>
              <a:t>: Virtual </a:t>
            </a:r>
            <a:r>
              <a:rPr lang="en-US" dirty="0" err="1"/>
              <a:t>maşının</a:t>
            </a:r>
            <a:r>
              <a:rPr lang="en-US" dirty="0"/>
              <a:t> (</a:t>
            </a:r>
            <a:r>
              <a:rPr lang="en-US" dirty="0" err="1"/>
              <a:t>məsələn</a:t>
            </a:r>
            <a:r>
              <a:rPr lang="en-US" dirty="0"/>
              <a:t>, Ubuntu) </a:t>
            </a:r>
            <a:r>
              <a:rPr lang="en-US" dirty="0" err="1"/>
              <a:t>xarici</a:t>
            </a:r>
            <a:r>
              <a:rPr lang="en-US" dirty="0"/>
              <a:t> </a:t>
            </a:r>
            <a:r>
              <a:rPr lang="en-US" dirty="0" err="1"/>
              <a:t>dünyaya</a:t>
            </a:r>
            <a:r>
              <a:rPr lang="en-US" dirty="0"/>
              <a:t> (</a:t>
            </a:r>
            <a:r>
              <a:rPr lang="en-US" dirty="0" err="1"/>
              <a:t>internetə</a:t>
            </a:r>
            <a:r>
              <a:rPr lang="en-US" dirty="0"/>
              <a:t>) </a:t>
            </a:r>
            <a:r>
              <a:rPr lang="en-US" dirty="0" err="1"/>
              <a:t>sənin</a:t>
            </a:r>
            <a:r>
              <a:rPr lang="en-US" dirty="0"/>
              <a:t> </a:t>
            </a:r>
            <a:r>
              <a:rPr lang="en-US" dirty="0" err="1"/>
              <a:t>fiziki</a:t>
            </a:r>
            <a:r>
              <a:rPr lang="en-US" dirty="0"/>
              <a:t> </a:t>
            </a:r>
            <a:r>
              <a:rPr lang="en-US" dirty="0" err="1"/>
              <a:t>kompüterinin</a:t>
            </a:r>
            <a:r>
              <a:rPr lang="en-US" dirty="0"/>
              <a:t> (Host) IP </a:t>
            </a:r>
            <a:r>
              <a:rPr lang="en-US" dirty="0" err="1"/>
              <a:t>ünvanının</a:t>
            </a:r>
            <a:r>
              <a:rPr lang="en-US" dirty="0"/>
              <a:t> </a:t>
            </a:r>
            <a:r>
              <a:rPr lang="en-US" dirty="0" err="1"/>
              <a:t>arxasında</a:t>
            </a:r>
            <a:r>
              <a:rPr lang="en-US" dirty="0"/>
              <a:t> </a:t>
            </a:r>
            <a:r>
              <a:rPr lang="en-US" dirty="0" err="1"/>
              <a:t>gizlənərək</a:t>
            </a:r>
            <a:r>
              <a:rPr lang="en-US" dirty="0"/>
              <a:t> </a:t>
            </a:r>
            <a:r>
              <a:rPr lang="en-US" dirty="0" err="1"/>
              <a:t>çıxır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Necə</a:t>
            </a:r>
            <a:r>
              <a:rPr lang="en-US" dirty="0"/>
              <a:t> </a:t>
            </a:r>
            <a:r>
              <a:rPr lang="en-US" dirty="0" err="1"/>
              <a:t>işləyir</a:t>
            </a:r>
            <a:r>
              <a:rPr lang="en-US" dirty="0"/>
              <a:t>: Virtual </a:t>
            </a:r>
            <a:r>
              <a:rPr lang="en-US" dirty="0" err="1"/>
              <a:t>maşın</a:t>
            </a:r>
            <a:r>
              <a:rPr lang="en-US" dirty="0"/>
              <a:t> </a:t>
            </a:r>
            <a:r>
              <a:rPr lang="en-US" dirty="0" err="1"/>
              <a:t>internetə</a:t>
            </a:r>
            <a:r>
              <a:rPr lang="en-US" dirty="0"/>
              <a:t> </a:t>
            </a:r>
            <a:r>
              <a:rPr lang="en-US" dirty="0" err="1"/>
              <a:t>sərbəst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ola </a:t>
            </a:r>
            <a:r>
              <a:rPr lang="en-US" dirty="0" err="1"/>
              <a:t>bilir</a:t>
            </a:r>
            <a:r>
              <a:rPr lang="en-US" dirty="0"/>
              <a:t>, </a:t>
            </a:r>
            <a:r>
              <a:rPr lang="en-US" dirty="0" err="1"/>
              <a:t>lakin</a:t>
            </a:r>
            <a:r>
              <a:rPr lang="en-US" dirty="0"/>
              <a:t> </a:t>
            </a:r>
            <a:r>
              <a:rPr lang="en-US" dirty="0" err="1"/>
              <a:t>sənin</a:t>
            </a:r>
            <a:r>
              <a:rPr lang="en-US" dirty="0"/>
              <a:t> </a:t>
            </a:r>
            <a:r>
              <a:rPr lang="en-US" dirty="0" err="1"/>
              <a:t>evindəki</a:t>
            </a:r>
            <a:r>
              <a:rPr lang="en-US" dirty="0"/>
              <a:t> modem/router </a:t>
            </a:r>
            <a:r>
              <a:rPr lang="en-US" dirty="0" err="1"/>
              <a:t>bu</a:t>
            </a:r>
            <a:r>
              <a:rPr lang="en-US" dirty="0"/>
              <a:t> virtual </a:t>
            </a:r>
            <a:r>
              <a:rPr lang="en-US" dirty="0" err="1"/>
              <a:t>maşını</a:t>
            </a:r>
            <a:r>
              <a:rPr lang="en-US" dirty="0"/>
              <a:t> </a:t>
            </a:r>
            <a:r>
              <a:rPr lang="en-US" dirty="0" err="1"/>
              <a:t>birbaşa</a:t>
            </a:r>
            <a:r>
              <a:rPr lang="en-US" dirty="0"/>
              <a:t> </a:t>
            </a:r>
            <a:r>
              <a:rPr lang="en-US" dirty="0" err="1"/>
              <a:t>görmür</a:t>
            </a:r>
            <a:r>
              <a:rPr lang="en-US" dirty="0"/>
              <a:t>. </a:t>
            </a:r>
            <a:r>
              <a:rPr lang="en-US" dirty="0" err="1"/>
              <a:t>Evdəki</a:t>
            </a:r>
            <a:r>
              <a:rPr lang="en-US" dirty="0"/>
              <a:t> </a:t>
            </a:r>
            <a:r>
              <a:rPr lang="en-US" dirty="0" err="1"/>
              <a:t>digər</a:t>
            </a:r>
            <a:r>
              <a:rPr lang="en-US" dirty="0"/>
              <a:t> </a:t>
            </a:r>
            <a:r>
              <a:rPr lang="en-US" dirty="0" err="1"/>
              <a:t>cihazlar</a:t>
            </a:r>
            <a:r>
              <a:rPr lang="en-US" dirty="0"/>
              <a:t> (</a:t>
            </a:r>
            <a:r>
              <a:rPr lang="en-US" dirty="0" err="1"/>
              <a:t>məsələn</a:t>
            </a:r>
            <a:r>
              <a:rPr lang="en-US" dirty="0"/>
              <a:t>, </a:t>
            </a:r>
            <a:r>
              <a:rPr lang="en-US" dirty="0" err="1"/>
              <a:t>başqa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laptop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telefon</a:t>
            </a:r>
            <a:r>
              <a:rPr lang="en-US" dirty="0"/>
              <a:t>) </a:t>
            </a:r>
            <a:r>
              <a:rPr lang="en-US" dirty="0" err="1"/>
              <a:t>sənin</a:t>
            </a:r>
            <a:r>
              <a:rPr lang="en-US" dirty="0"/>
              <a:t> Ubuntu virtual </a:t>
            </a:r>
            <a:r>
              <a:rPr lang="en-US" dirty="0" err="1"/>
              <a:t>maşınına</a:t>
            </a:r>
            <a:r>
              <a:rPr lang="en-US" dirty="0"/>
              <a:t> </a:t>
            </a:r>
            <a:r>
              <a:rPr lang="en-US" dirty="0" err="1"/>
              <a:t>birbaşa</a:t>
            </a:r>
            <a:r>
              <a:rPr lang="en-US" dirty="0"/>
              <a:t> </a:t>
            </a:r>
            <a:r>
              <a:rPr lang="en-US" dirty="0" err="1"/>
              <a:t>qoşula</a:t>
            </a:r>
            <a:r>
              <a:rPr lang="en-US" dirty="0"/>
              <a:t> </a:t>
            </a:r>
            <a:r>
              <a:rPr lang="en-US" dirty="0" err="1"/>
              <a:t>bilməz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Nə</a:t>
            </a:r>
            <a:r>
              <a:rPr lang="en-US" dirty="0"/>
              <a:t> </a:t>
            </a:r>
            <a:r>
              <a:rPr lang="en-US" dirty="0" err="1"/>
              <a:t>vaxt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olunur</a:t>
            </a:r>
            <a:r>
              <a:rPr lang="en-US" dirty="0"/>
              <a:t>: Virtual </a:t>
            </a:r>
            <a:r>
              <a:rPr lang="en-US" dirty="0" err="1"/>
              <a:t>maşına</a:t>
            </a:r>
            <a:r>
              <a:rPr lang="en-US" dirty="0"/>
              <a:t> </a:t>
            </a:r>
            <a:r>
              <a:rPr lang="en-US" dirty="0" err="1"/>
              <a:t>sadəcə</a:t>
            </a:r>
            <a:r>
              <a:rPr lang="en-US" dirty="0"/>
              <a:t> internet </a:t>
            </a:r>
            <a:r>
              <a:rPr lang="en-US" dirty="0" err="1"/>
              <a:t>lazım</a:t>
            </a:r>
            <a:r>
              <a:rPr lang="en-US" dirty="0"/>
              <a:t> </a:t>
            </a:r>
            <a:r>
              <a:rPr lang="en-US" dirty="0" err="1"/>
              <a:t>olduqda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kənardan</a:t>
            </a:r>
            <a:r>
              <a:rPr lang="en-US" dirty="0"/>
              <a:t> </a:t>
            </a:r>
            <a:r>
              <a:rPr lang="en-US" dirty="0" err="1"/>
              <a:t>heç</a:t>
            </a:r>
            <a:r>
              <a:rPr lang="en-US" dirty="0"/>
              <a:t> </a:t>
            </a:r>
            <a:r>
              <a:rPr lang="en-US" dirty="0" err="1"/>
              <a:t>kimin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mane </a:t>
            </a:r>
            <a:r>
              <a:rPr lang="en-US" dirty="0" err="1"/>
              <a:t>olmasını</a:t>
            </a:r>
            <a:r>
              <a:rPr lang="en-US" dirty="0"/>
              <a:t> </a:t>
            </a:r>
            <a:r>
              <a:rPr lang="en-US" dirty="0" err="1"/>
              <a:t>istəmədiyində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9364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BAC5-D00A-BAC1-5679-F8286E044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2. Bridge (</a:t>
            </a:r>
            <a:r>
              <a:rPr lang="en-US" b="1" dirty="0" err="1">
                <a:solidFill>
                  <a:srgbClr val="FF0000"/>
                </a:solidFill>
              </a:rPr>
              <a:t>Körpü</a:t>
            </a:r>
            <a:r>
              <a:rPr lang="en-US" b="1" dirty="0">
                <a:solidFill>
                  <a:srgbClr val="FF0000"/>
                </a:solidFill>
              </a:rPr>
              <a:t>) </a:t>
            </a:r>
            <a:r>
              <a:rPr lang="en-US" b="1" dirty="0" err="1">
                <a:solidFill>
                  <a:srgbClr val="FF0000"/>
                </a:solidFill>
              </a:rPr>
              <a:t>Rejimi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8E7A6-04C6-1C32-E117-B0FD0700D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Məntiq</a:t>
            </a:r>
            <a:r>
              <a:rPr lang="en-US" dirty="0"/>
              <a:t>: Virtual </a:t>
            </a:r>
            <a:r>
              <a:rPr lang="en-US" dirty="0" err="1"/>
              <a:t>maşın</a:t>
            </a:r>
            <a:r>
              <a:rPr lang="en-US" dirty="0"/>
              <a:t> </a:t>
            </a:r>
            <a:r>
              <a:rPr lang="en-US" dirty="0" err="1"/>
              <a:t>sənin</a:t>
            </a:r>
            <a:r>
              <a:rPr lang="en-US" dirty="0"/>
              <a:t> </a:t>
            </a:r>
            <a:r>
              <a:rPr lang="en-US" dirty="0" err="1"/>
              <a:t>fiziki</a:t>
            </a:r>
            <a:r>
              <a:rPr lang="en-US" dirty="0"/>
              <a:t> </a:t>
            </a:r>
            <a:r>
              <a:rPr lang="en-US" dirty="0" err="1"/>
              <a:t>kompüterinin</a:t>
            </a:r>
            <a:r>
              <a:rPr lang="en-US" dirty="0"/>
              <a:t>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kartından</a:t>
            </a:r>
            <a:r>
              <a:rPr lang="en-US" dirty="0"/>
              <a:t> </a:t>
            </a:r>
            <a:r>
              <a:rPr lang="en-US" dirty="0" err="1"/>
              <a:t>birbaşa</a:t>
            </a:r>
            <a:r>
              <a:rPr lang="en-US" dirty="0"/>
              <a:t> </a:t>
            </a:r>
            <a:r>
              <a:rPr lang="en-US" dirty="0" err="1"/>
              <a:t>keçərək</a:t>
            </a:r>
            <a:r>
              <a:rPr lang="en-US" dirty="0"/>
              <a:t>, </a:t>
            </a:r>
            <a:r>
              <a:rPr lang="en-US" dirty="0" err="1"/>
              <a:t>evdəki</a:t>
            </a:r>
            <a:r>
              <a:rPr lang="en-US" dirty="0"/>
              <a:t> </a:t>
            </a:r>
            <a:r>
              <a:rPr lang="en-US" dirty="0" err="1"/>
              <a:t>modemdən</a:t>
            </a:r>
            <a:r>
              <a:rPr lang="en-US" dirty="0"/>
              <a:t> (Router) </a:t>
            </a:r>
            <a:r>
              <a:rPr lang="en-US" dirty="0" err="1"/>
              <a:t>müstəqil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IP </a:t>
            </a:r>
            <a:r>
              <a:rPr lang="en-US" dirty="0" err="1"/>
              <a:t>ünvanı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</a:t>
            </a:r>
            <a:endParaRPr lang="az-Latn-AZ" dirty="0"/>
          </a:p>
          <a:p>
            <a:r>
              <a:rPr lang="en-US" dirty="0" err="1"/>
              <a:t>Necə</a:t>
            </a:r>
            <a:r>
              <a:rPr lang="en-US" dirty="0"/>
              <a:t> </a:t>
            </a:r>
            <a:r>
              <a:rPr lang="en-US" dirty="0" err="1"/>
              <a:t>işləyir</a:t>
            </a:r>
            <a:r>
              <a:rPr lang="en-US" dirty="0"/>
              <a:t>: Ubuntu </a:t>
            </a:r>
            <a:r>
              <a:rPr lang="en-US" dirty="0" err="1"/>
              <a:t>artıq</a:t>
            </a:r>
            <a:r>
              <a:rPr lang="en-US" dirty="0"/>
              <a:t> </a:t>
            </a:r>
            <a:r>
              <a:rPr lang="en-US" dirty="0" err="1"/>
              <a:t>evdəki</a:t>
            </a:r>
            <a:r>
              <a:rPr lang="en-US" dirty="0"/>
              <a:t> </a:t>
            </a:r>
            <a:r>
              <a:rPr lang="en-US" dirty="0" err="1"/>
              <a:t>ayrıca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fiziki</a:t>
            </a:r>
            <a:r>
              <a:rPr lang="en-US" dirty="0"/>
              <a:t> </a:t>
            </a:r>
            <a:r>
              <a:rPr lang="en-US" dirty="0" err="1"/>
              <a:t>kompüter</a:t>
            </a:r>
            <a:r>
              <a:rPr lang="en-US" dirty="0"/>
              <a:t> </a:t>
            </a:r>
            <a:r>
              <a:rPr lang="en-US" dirty="0" err="1"/>
              <a:t>kimi</a:t>
            </a:r>
            <a:r>
              <a:rPr lang="en-US" dirty="0"/>
              <a:t> </a:t>
            </a:r>
            <a:r>
              <a:rPr lang="en-US" dirty="0" err="1"/>
              <a:t>davranır</a:t>
            </a:r>
            <a:r>
              <a:rPr lang="en-US" dirty="0"/>
              <a:t>. Ev </a:t>
            </a:r>
            <a:r>
              <a:rPr lang="en-US" dirty="0" err="1"/>
              <a:t>şəbəkəsindəki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cihazlar</a:t>
            </a:r>
            <a:r>
              <a:rPr lang="en-US" dirty="0"/>
              <a:t> (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laboratoriyandakı</a:t>
            </a:r>
            <a:r>
              <a:rPr lang="en-US" dirty="0"/>
              <a:t> </a:t>
            </a:r>
            <a:r>
              <a:rPr lang="en-US" dirty="0" err="1"/>
              <a:t>digər</a:t>
            </a:r>
            <a:r>
              <a:rPr lang="en-US" dirty="0"/>
              <a:t> Windows Server)  </a:t>
            </a:r>
            <a:r>
              <a:rPr lang="en-US" dirty="0" err="1"/>
              <a:t>bu</a:t>
            </a:r>
            <a:r>
              <a:rPr lang="en-US" dirty="0"/>
              <a:t> Ubuntu-nu </a:t>
            </a:r>
            <a:r>
              <a:rPr lang="en-US" dirty="0" err="1"/>
              <a:t>birbaşa</a:t>
            </a:r>
            <a:r>
              <a:rPr lang="en-US" dirty="0"/>
              <a:t> </a:t>
            </a:r>
            <a:r>
              <a:rPr lang="en-US" dirty="0" err="1"/>
              <a:t>görə</a:t>
            </a:r>
            <a:r>
              <a:rPr lang="en-US" dirty="0"/>
              <a:t> </a:t>
            </a:r>
            <a:r>
              <a:rPr lang="en-US" dirty="0" err="1"/>
              <a:t>bilər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bağlana</a:t>
            </a:r>
            <a:r>
              <a:rPr lang="en-US" dirty="0"/>
              <a:t> </a:t>
            </a:r>
            <a:r>
              <a:rPr lang="en-US" dirty="0" err="1"/>
              <a:t>bilər</a:t>
            </a:r>
            <a:r>
              <a:rPr lang="en-US" dirty="0"/>
              <a:t>.  </a:t>
            </a:r>
            <a:endParaRPr lang="az-Latn-AZ" dirty="0"/>
          </a:p>
          <a:p>
            <a:r>
              <a:rPr lang="en-US" dirty="0" err="1"/>
              <a:t>Nə</a:t>
            </a:r>
            <a:r>
              <a:rPr lang="en-US" dirty="0"/>
              <a:t> </a:t>
            </a:r>
            <a:r>
              <a:rPr lang="en-US" dirty="0" err="1"/>
              <a:t>vaxt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olunur</a:t>
            </a:r>
            <a:r>
              <a:rPr lang="en-US" dirty="0"/>
              <a:t>: Server </a:t>
            </a:r>
            <a:r>
              <a:rPr lang="en-US" dirty="0" err="1"/>
              <a:t>qurub</a:t>
            </a:r>
            <a:r>
              <a:rPr lang="en-US" dirty="0"/>
              <a:t>,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digər</a:t>
            </a:r>
            <a:r>
              <a:rPr lang="en-US" dirty="0"/>
              <a:t> </a:t>
            </a:r>
            <a:r>
              <a:rPr lang="en-US" dirty="0" err="1"/>
              <a:t>maşınlardan</a:t>
            </a:r>
            <a:r>
              <a:rPr lang="en-US" dirty="0"/>
              <a:t> (</a:t>
            </a:r>
            <a:r>
              <a:rPr lang="en-US" dirty="0" err="1"/>
              <a:t>məsələn</a:t>
            </a:r>
            <a:r>
              <a:rPr lang="en-US" dirty="0"/>
              <a:t>, </a:t>
            </a:r>
            <a:r>
              <a:rPr lang="en-US" dirty="0" err="1"/>
              <a:t>sənədindəki</a:t>
            </a:r>
            <a:r>
              <a:rPr lang="en-US" dirty="0"/>
              <a:t> Windows Server 2022-dən) </a:t>
            </a:r>
            <a:r>
              <a:rPr lang="en-US" dirty="0" err="1"/>
              <a:t>birbaşa</a:t>
            </a:r>
            <a:r>
              <a:rPr lang="en-US" dirty="0"/>
              <a:t> </a:t>
            </a:r>
            <a:r>
              <a:rPr lang="en-US" dirty="0" err="1"/>
              <a:t>bağlantı</a:t>
            </a:r>
            <a:r>
              <a:rPr lang="en-US" dirty="0"/>
              <a:t> </a:t>
            </a:r>
            <a:r>
              <a:rPr lang="en-US" dirty="0" err="1"/>
              <a:t>testləri</a:t>
            </a:r>
            <a:r>
              <a:rPr lang="en-US" dirty="0"/>
              <a:t> (NAT </a:t>
            </a:r>
            <a:r>
              <a:rPr lang="en-US" dirty="0" err="1"/>
              <a:t>və</a:t>
            </a:r>
            <a:r>
              <a:rPr lang="en-US" dirty="0"/>
              <a:t> Bridge </a:t>
            </a:r>
            <a:r>
              <a:rPr lang="en-US" dirty="0" err="1"/>
              <a:t>testləri</a:t>
            </a:r>
            <a:r>
              <a:rPr lang="en-US" dirty="0"/>
              <a:t>)  </a:t>
            </a:r>
            <a:r>
              <a:rPr lang="en-US" dirty="0" err="1"/>
              <a:t>etmək</a:t>
            </a:r>
            <a:r>
              <a:rPr lang="en-US" dirty="0"/>
              <a:t> </a:t>
            </a:r>
            <a:r>
              <a:rPr lang="en-US" dirty="0" err="1"/>
              <a:t>istədikdə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06471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78F57-E6B7-DD26-B95E-219371410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632" y="4289848"/>
            <a:ext cx="1612037" cy="1325563"/>
          </a:xfrm>
        </p:spPr>
        <p:txBody>
          <a:bodyPr>
            <a:normAutofit/>
          </a:bodyPr>
          <a:lstStyle/>
          <a:p>
            <a:r>
              <a:rPr lang="az-Latn-AZ" sz="6600" b="1" dirty="0">
                <a:solidFill>
                  <a:srgbClr val="FF0000"/>
                </a:solidFill>
              </a:rPr>
              <a:t>NAT</a:t>
            </a:r>
            <a:endParaRPr lang="en-US" sz="6600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92E259-E657-335D-5CF5-123BE55C9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85" y="722789"/>
            <a:ext cx="4048690" cy="24387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A62E07-FBFC-B590-F22C-62E356201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480" y="3518918"/>
            <a:ext cx="7944959" cy="2867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C073BB-7761-9E0E-6E7E-8EC918CC3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4503"/>
            <a:ext cx="5401429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14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553AE-464C-6E58-42E4-42B708965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35819" cy="1325563"/>
          </a:xfrm>
        </p:spPr>
        <p:txBody>
          <a:bodyPr/>
          <a:lstStyle/>
          <a:p>
            <a:r>
              <a:rPr lang="en-US" sz="6000" b="1" dirty="0">
                <a:solidFill>
                  <a:srgbClr val="FF0000"/>
                </a:solidFill>
              </a:rPr>
              <a:t>Bridge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2B8C8-6BFF-2A21-80B6-062F8E315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23804"/>
            <a:ext cx="3867690" cy="2353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8AA9F3-96FE-5BAC-67F3-B4BB22FF7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371" y="3633224"/>
            <a:ext cx="5401429" cy="27435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7CF6FA-A782-ADA4-BAA0-7BE836220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0477" y="380575"/>
            <a:ext cx="8173591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1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224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NAT vs Bridge Məntiqi</vt:lpstr>
      <vt:lpstr>1. NAT (Network Address Translation) Rejimi</vt:lpstr>
      <vt:lpstr>2. Bridge (Körpü) Rejimi</vt:lpstr>
      <vt:lpstr>NAT</vt:lpstr>
      <vt:lpstr>Bridge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2</cp:revision>
  <dcterms:created xsi:type="dcterms:W3CDTF">2026-05-23T18:22:29Z</dcterms:created>
  <dcterms:modified xsi:type="dcterms:W3CDTF">2026-05-23T21:08:28Z</dcterms:modified>
</cp:coreProperties>
</file>