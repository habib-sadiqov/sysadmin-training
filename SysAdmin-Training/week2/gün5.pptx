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6E70-10CC-8CB5-459E-B196BF775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504A05-0444-9AB1-F35A-B78BEA9CF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7692F-3F3D-1A74-81B7-7479E96C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E568-6214-B6C7-C301-2375DDF7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444EE-14B9-B84B-39D2-8247B02D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50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DEAB-2475-CF76-2CE9-3522EFAE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906E0-E14D-7A8E-7DF0-EBBC6C1E7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D63CB-FED2-6DE3-B303-E44198E9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B30AE-06BC-C483-E741-B4011F85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0AC64-B96A-31AF-D32A-E353DFAE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98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A4541-CE21-BADA-E907-4E90C39C6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E35C0-41A6-B9C8-3205-3650C050C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945A5-CE44-235F-E976-20F6670B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9EE4E-2BF6-97A5-410F-491E232C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4E093-2C9A-D3D3-6C8E-C128C394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3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01F4-B0D1-1FEB-451C-093B22DE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ADEE2-95BF-0BDD-1A6A-8E4F84EE8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042AD-FE44-28EC-64FA-6EC7FEDC3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8CED7-8822-1B30-6DBD-B11D7B7D1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2AF3E-6602-0B0F-B46D-C3F60EB8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A6669-95AF-EE96-0138-CFC0C8A2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11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4F9A-4C6D-335B-E4B2-37DA2D7D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FC291-F6FD-0FAC-870A-730A6F1F2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F8987-F8BF-4E34-9F5C-6773EE2DB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EDA1B-1DE1-2EBC-3E58-75933AB8F9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26881A-6E8F-BB27-5731-AC2CDEA7FA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A89B72-06A7-D8DB-F8AC-AF5514C93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0374D-267F-2600-84FF-BC0516F1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3859E-7092-D8C7-23E4-C4EF3753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82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6B74A-8FF6-C881-55E9-2B8F0B61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AF35F-FBE0-757B-606C-0518907A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48185-84B5-1FFC-83C5-9242E6B23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69F68-0A21-BDF7-AC85-0FB0F9B1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5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9EF01-3497-23F0-B972-A8611E20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02FDC-B17E-A85A-58D1-B148E7F7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199F-1829-E8AE-80E1-0FEB6F18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7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E8D5-6546-0843-C366-89C0D4B06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06888-C098-3747-C6E1-E10435512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C39CE-760A-5F4F-19CC-B25FD2067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D0F9A-8A7F-482A-5658-7EDE7B174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9DE10-851F-5680-181B-7A744B53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72FA2-6DB5-C6AD-EA23-CAE8CF39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5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0850-7BDA-CCFE-DA22-64008285C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F5E5D-790C-45ED-4E0E-73ACB1796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08F07-CCAC-EFA9-4B60-AD3091341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B1F44-AF4A-88E7-D245-C7E6D8B01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87877-EA8A-0E02-6A2F-3EC9A17F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FEFB6-C589-A365-BCB1-256499F6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5161-98BE-7785-24FF-B32D1511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772D6-FADB-5496-8418-B82AA80E4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59C62-41B6-88BF-9093-20A0C7813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7215E-BAD9-AA41-C024-13C1C6C7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F4B15-CEDE-0C70-98D3-C5272360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0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4AC5E-05AA-03CF-B579-CF274ED4C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B71BA-EC06-1E1E-729B-B1B6FED40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A778-93BA-770B-72C6-1D7E24BAB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A9639-F3AC-1B2E-DB20-3A86599B8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C6094-C108-77A7-DFF5-5C58205F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1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99E7F-87BB-B64B-A534-367FFF7E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C5F36-3A96-9C2A-AF11-5A99F041B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A9D9C-70B4-BF91-0A49-197F9A09F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ED44E-89EC-4677-9EE4-D4C3000211E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89ABE-8438-172C-8BCE-C05F8048A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95F19-9CF4-2C38-9811-6C1FBC075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AC40-5B36-4293-A149-B1718C538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066A-1514-B5AA-69DB-B3B5381A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9144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SSH </a:t>
            </a:r>
            <a:r>
              <a:rPr lang="en-US" b="1" dirty="0" err="1">
                <a:solidFill>
                  <a:srgbClr val="FF0000"/>
                </a:solidFill>
              </a:rPr>
              <a:t>Nədir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Niyə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Vacibdir</a:t>
            </a:r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50206-9B75-3319-45BA-31C99F5F8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14600"/>
            <a:ext cx="9144000" cy="3468950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SSH (Secure Shell) –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üzərindən</a:t>
            </a:r>
            <a:r>
              <a:rPr lang="en-US" dirty="0"/>
              <a:t> </a:t>
            </a:r>
            <a:r>
              <a:rPr lang="en-US" dirty="0" err="1"/>
              <a:t>uzaqdakı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Linux </a:t>
            </a:r>
            <a:r>
              <a:rPr lang="en-US" dirty="0" err="1"/>
              <a:t>serverinə</a:t>
            </a:r>
            <a:r>
              <a:rPr lang="en-US" dirty="0"/>
              <a:t> </a:t>
            </a:r>
            <a:r>
              <a:rPr lang="en-US" dirty="0" err="1"/>
              <a:t>təhlükəsiz</a:t>
            </a:r>
            <a:r>
              <a:rPr lang="en-US" dirty="0"/>
              <a:t> (</a:t>
            </a:r>
            <a:r>
              <a:rPr lang="en-US" dirty="0" err="1"/>
              <a:t>şifrələnmiş</a:t>
            </a:r>
            <a:r>
              <a:rPr lang="en-US" dirty="0"/>
              <a:t>) </a:t>
            </a:r>
            <a:r>
              <a:rPr lang="en-US" dirty="0" err="1"/>
              <a:t>şəkildə</a:t>
            </a:r>
            <a:r>
              <a:rPr lang="en-US" dirty="0"/>
              <a:t> </a:t>
            </a:r>
            <a:r>
              <a:rPr lang="en-US" dirty="0" err="1"/>
              <a:t>bağlanıb</a:t>
            </a:r>
            <a:r>
              <a:rPr lang="en-US" dirty="0"/>
              <a:t>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terminalını</a:t>
            </a:r>
            <a:r>
              <a:rPr lang="en-US" dirty="0"/>
              <a:t> </a:t>
            </a:r>
            <a:r>
              <a:rPr lang="en-US" dirty="0" err="1"/>
              <a:t>idarə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olunan</a:t>
            </a:r>
            <a:r>
              <a:rPr lang="en-US" dirty="0"/>
              <a:t> </a:t>
            </a:r>
            <a:r>
              <a:rPr lang="en-US" dirty="0" err="1"/>
              <a:t>protokoldur</a:t>
            </a:r>
            <a:r>
              <a:rPr lang="en-US" dirty="0"/>
              <a:t>.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Real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mühitində</a:t>
            </a:r>
            <a:r>
              <a:rPr lang="en-US" dirty="0"/>
              <a:t> </a:t>
            </a:r>
            <a:r>
              <a:rPr lang="en-US" dirty="0" err="1"/>
              <a:t>heç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SysAdmin</a:t>
            </a:r>
            <a:r>
              <a:rPr lang="en-US" dirty="0"/>
              <a:t> </a:t>
            </a:r>
            <a:r>
              <a:rPr lang="en-US" dirty="0" err="1"/>
              <a:t>gedib</a:t>
            </a:r>
            <a:r>
              <a:rPr lang="en-US" dirty="0"/>
              <a:t> </a:t>
            </a:r>
            <a:r>
              <a:rPr lang="en-US" dirty="0" err="1"/>
              <a:t>soyuq</a:t>
            </a:r>
            <a:r>
              <a:rPr lang="en-US" dirty="0"/>
              <a:t> server </a:t>
            </a:r>
            <a:r>
              <a:rPr lang="en-US" dirty="0" err="1"/>
              <a:t>otağında</a:t>
            </a:r>
            <a:r>
              <a:rPr lang="en-US" dirty="0"/>
              <a:t>, </a:t>
            </a:r>
            <a:r>
              <a:rPr lang="en-US" dirty="0" err="1"/>
              <a:t>serverin</a:t>
            </a:r>
            <a:r>
              <a:rPr lang="en-US" dirty="0"/>
              <a:t> </a:t>
            </a:r>
            <a:r>
              <a:rPr lang="en-US" dirty="0" err="1"/>
              <a:t>qarşısında</a:t>
            </a:r>
            <a:r>
              <a:rPr lang="en-US" dirty="0"/>
              <a:t> </a:t>
            </a:r>
            <a:r>
              <a:rPr lang="en-US" dirty="0" err="1"/>
              <a:t>oturub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yazmır</a:t>
            </a:r>
            <a:r>
              <a:rPr lang="en-US" dirty="0"/>
              <a:t>. </a:t>
            </a:r>
            <a:r>
              <a:rPr lang="en-US" dirty="0" err="1"/>
              <a:t>Hərkes</a:t>
            </a:r>
            <a:r>
              <a:rPr lang="en-US" dirty="0"/>
              <a:t> </a:t>
            </a:r>
            <a:r>
              <a:rPr lang="en-US" dirty="0" err="1"/>
              <a:t>öz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masasından</a:t>
            </a:r>
            <a:r>
              <a:rPr lang="en-US" dirty="0"/>
              <a:t> </a:t>
            </a:r>
            <a:r>
              <a:rPr lang="en-US" dirty="0" err="1"/>
              <a:t>serverlərə</a:t>
            </a:r>
            <a:r>
              <a:rPr lang="en-US" dirty="0"/>
              <a:t> SSH </a:t>
            </a:r>
            <a:r>
              <a:rPr lang="en-US" dirty="0" err="1"/>
              <a:t>vasitəsilə</a:t>
            </a:r>
            <a:r>
              <a:rPr lang="en-US" dirty="0"/>
              <a:t> </a:t>
            </a:r>
            <a:r>
              <a:rPr lang="en-US" dirty="0" err="1"/>
              <a:t>bağlanır</a:t>
            </a:r>
            <a:r>
              <a:rPr lang="en-US" dirty="0"/>
              <a:t>.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SSH </a:t>
            </a:r>
            <a:r>
              <a:rPr lang="en-US" dirty="0" err="1"/>
              <a:t>protokolu</a:t>
            </a:r>
            <a:r>
              <a:rPr lang="en-US" dirty="0"/>
              <a:t> </a:t>
            </a:r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en-US" dirty="0" err="1"/>
              <a:t>olaraq</a:t>
            </a:r>
            <a:r>
              <a:rPr lang="en-US" dirty="0"/>
              <a:t> 22-ci </a:t>
            </a:r>
            <a:r>
              <a:rPr lang="en-US" dirty="0" err="1"/>
              <a:t>portu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edir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504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66E0-73E9-5E51-62F2-3B7D92E8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Praktiki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Komandaları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Addımları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3293-C24C-CE05-40F7-8D0B65564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Addım</a:t>
            </a:r>
            <a:r>
              <a:rPr lang="en-US" dirty="0">
                <a:solidFill>
                  <a:srgbClr val="FF0000"/>
                </a:solidFill>
              </a:rPr>
              <a:t> 1: Ubuntu-da </a:t>
            </a:r>
            <a:r>
              <a:rPr lang="en-US" dirty="0" err="1">
                <a:solidFill>
                  <a:srgbClr val="FF0000"/>
                </a:solidFill>
              </a:rPr>
              <a:t>Şəbəkəni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Hazırlamaq</a:t>
            </a:r>
            <a:r>
              <a:rPr lang="en-US" dirty="0">
                <a:solidFill>
                  <a:srgbClr val="FF0000"/>
                </a:solidFill>
              </a:rPr>
              <a:t> (Bridge </a:t>
            </a:r>
            <a:r>
              <a:rPr lang="en-US" dirty="0" err="1">
                <a:solidFill>
                  <a:srgbClr val="FF0000"/>
                </a:solidFill>
              </a:rPr>
              <a:t>Rejimi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az-Latn-AZ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Dünən</a:t>
            </a:r>
            <a:r>
              <a:rPr lang="en-US" dirty="0"/>
              <a:t> </a:t>
            </a:r>
            <a:r>
              <a:rPr lang="en-US" dirty="0" err="1"/>
              <a:t>öyrəndiyimiz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məntiqini</a:t>
            </a:r>
            <a:r>
              <a:rPr lang="en-US" dirty="0"/>
              <a:t> </a:t>
            </a:r>
            <a:r>
              <a:rPr lang="en-US" dirty="0" err="1"/>
              <a:t>tətbiq</a:t>
            </a:r>
            <a:r>
              <a:rPr lang="en-US" dirty="0"/>
              <a:t> </a:t>
            </a:r>
            <a:r>
              <a:rPr lang="en-US" dirty="0" err="1"/>
              <a:t>edirik</a:t>
            </a:r>
            <a:r>
              <a:rPr lang="en-US" dirty="0"/>
              <a:t>. Windows </a:t>
            </a:r>
            <a:r>
              <a:rPr lang="en-US" dirty="0" err="1"/>
              <a:t>Serverin</a:t>
            </a:r>
            <a:r>
              <a:rPr lang="en-US" dirty="0"/>
              <a:t> Ubuntu-nu </a:t>
            </a:r>
            <a:r>
              <a:rPr lang="en-US" dirty="0" err="1"/>
              <a:t>görə</a:t>
            </a:r>
            <a:r>
              <a:rPr lang="en-US" dirty="0"/>
              <a:t> </a:t>
            </a:r>
            <a:r>
              <a:rPr lang="en-US" dirty="0" err="1"/>
              <a:t>bilməsi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virtual </a:t>
            </a:r>
            <a:r>
              <a:rPr lang="en-US" dirty="0" err="1"/>
              <a:t>maşının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kartını</a:t>
            </a:r>
            <a:r>
              <a:rPr lang="en-US" dirty="0"/>
              <a:t> VMware-</a:t>
            </a:r>
            <a:r>
              <a:rPr lang="en-US" dirty="0" err="1"/>
              <a:t>də</a:t>
            </a:r>
            <a:r>
              <a:rPr lang="en-US" dirty="0"/>
              <a:t> Bridge </a:t>
            </a:r>
            <a:r>
              <a:rPr lang="en-US" dirty="0" err="1"/>
              <a:t>qoymalısan</a:t>
            </a:r>
            <a:r>
              <a:rPr lang="en-US" dirty="0"/>
              <a:t> ki, </a:t>
            </a:r>
            <a:r>
              <a:rPr lang="en-US" dirty="0" err="1"/>
              <a:t>eyni</a:t>
            </a:r>
            <a:r>
              <a:rPr lang="en-US" dirty="0"/>
              <a:t> </a:t>
            </a:r>
            <a:r>
              <a:rPr lang="en-US" dirty="0" err="1"/>
              <a:t>daxili</a:t>
            </a:r>
            <a:r>
              <a:rPr lang="en-US" dirty="0"/>
              <a:t> </a:t>
            </a:r>
            <a:r>
              <a:rPr lang="en-US" dirty="0" err="1"/>
              <a:t>şəbəkədə</a:t>
            </a:r>
            <a:r>
              <a:rPr lang="en-US" dirty="0"/>
              <a:t> </a:t>
            </a:r>
            <a:r>
              <a:rPr lang="en-US" dirty="0" err="1"/>
              <a:t>olsunlar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Ubuntu-da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a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IP </a:t>
            </a:r>
            <a:r>
              <a:rPr lang="en-US" dirty="0" err="1"/>
              <a:t>ünvanını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kənara</a:t>
            </a:r>
            <a:r>
              <a:rPr lang="en-US" dirty="0"/>
              <a:t> </a:t>
            </a:r>
            <a:r>
              <a:rPr lang="en-US" dirty="0" err="1"/>
              <a:t>qeyd</a:t>
            </a:r>
            <a:r>
              <a:rPr lang="en-US" dirty="0"/>
              <a:t> et</a:t>
            </a:r>
            <a:r>
              <a:rPr lang="az-Latn-AZ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06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46DB0-B68C-A3BA-BDFB-8AD25E34D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Addım</a:t>
            </a:r>
            <a:r>
              <a:rPr lang="en-US" b="1" dirty="0">
                <a:solidFill>
                  <a:srgbClr val="FF0000"/>
                </a:solidFill>
              </a:rPr>
              <a:t> 2: Ubuntu-da </a:t>
            </a:r>
            <a:r>
              <a:rPr lang="en-US" b="1" dirty="0" err="1">
                <a:solidFill>
                  <a:srgbClr val="FF0000"/>
                </a:solidFill>
              </a:rPr>
              <a:t>Portları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Yoxlamaq</a:t>
            </a:r>
            <a:endParaRPr lang="az-Latn-AZ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SSH </a:t>
            </a:r>
            <a:r>
              <a:rPr lang="en-US" dirty="0" err="1"/>
              <a:t>servisinin</a:t>
            </a:r>
            <a:r>
              <a:rPr lang="en-US" dirty="0"/>
              <a:t> </a:t>
            </a:r>
            <a:r>
              <a:rPr lang="en-US" dirty="0" err="1"/>
              <a:t>işlədiyini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22-ci </a:t>
            </a:r>
            <a:r>
              <a:rPr lang="en-US" dirty="0" err="1"/>
              <a:t>portu</a:t>
            </a:r>
            <a:r>
              <a:rPr lang="en-US" dirty="0"/>
              <a:t> </a:t>
            </a:r>
            <a:r>
              <a:rPr lang="en-US" dirty="0" err="1"/>
              <a:t>dinlədiyini</a:t>
            </a:r>
            <a:r>
              <a:rPr lang="en-US" dirty="0"/>
              <a:t> (listen) </a:t>
            </a:r>
            <a:r>
              <a:rPr lang="en-US" dirty="0" err="1"/>
              <a:t>yoxlamaq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komandanı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ss -</a:t>
            </a:r>
            <a:r>
              <a:rPr lang="en-US" dirty="0" err="1">
                <a:solidFill>
                  <a:srgbClr val="FF0000"/>
                </a:solidFill>
              </a:rPr>
              <a:t>tulpn</a:t>
            </a:r>
            <a:r>
              <a:rPr lang="en-US" dirty="0">
                <a:solidFill>
                  <a:srgbClr val="FF0000"/>
                </a:solidFill>
              </a:rPr>
              <a:t> | grep :22</a:t>
            </a:r>
          </a:p>
          <a:p>
            <a:pPr marL="0" indent="0">
              <a:buNone/>
            </a:pPr>
            <a:r>
              <a:rPr lang="en-US" dirty="0"/>
              <a:t>(Bu </a:t>
            </a:r>
            <a:r>
              <a:rPr lang="en-US" dirty="0" err="1"/>
              <a:t>komanda</a:t>
            </a:r>
            <a:r>
              <a:rPr lang="en-US" dirty="0"/>
              <a:t> </a:t>
            </a:r>
            <a:r>
              <a:rPr lang="en-US" dirty="0" err="1"/>
              <a:t>sistemdə</a:t>
            </a:r>
            <a:r>
              <a:rPr lang="en-US" dirty="0"/>
              <a:t> </a:t>
            </a:r>
            <a:r>
              <a:rPr lang="en-US" dirty="0" err="1"/>
              <a:t>açıq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portları</a:t>
            </a:r>
            <a:r>
              <a:rPr lang="en-US" dirty="0"/>
              <a:t> </a:t>
            </a:r>
            <a:r>
              <a:rPr lang="en-US" dirty="0" err="1"/>
              <a:t>göstərir</a:t>
            </a:r>
            <a:r>
              <a:rPr lang="en-US" dirty="0"/>
              <a:t>. grep :22 </a:t>
            </a:r>
            <a:r>
              <a:rPr lang="en-US" dirty="0" err="1"/>
              <a:t>isə</a:t>
            </a:r>
            <a:r>
              <a:rPr lang="en-US" dirty="0"/>
              <a:t> </a:t>
            </a:r>
            <a:r>
              <a:rPr lang="en-US" dirty="0" err="1"/>
              <a:t>bizə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SSH </a:t>
            </a:r>
            <a:r>
              <a:rPr lang="en-US" dirty="0" err="1"/>
              <a:t>portunu</a:t>
            </a:r>
            <a:r>
              <a:rPr lang="en-US" dirty="0"/>
              <a:t> </a:t>
            </a:r>
            <a:r>
              <a:rPr lang="en-US" dirty="0" err="1"/>
              <a:t>süzgəcdən</a:t>
            </a:r>
            <a:r>
              <a:rPr lang="en-US" dirty="0"/>
              <a:t> </a:t>
            </a:r>
            <a:r>
              <a:rPr lang="en-US" dirty="0" err="1"/>
              <a:t>keçirib</a:t>
            </a:r>
            <a:r>
              <a:rPr lang="en-US" dirty="0"/>
              <a:t> </a:t>
            </a:r>
            <a:r>
              <a:rPr lang="en-US" dirty="0" err="1"/>
              <a:t>göstərir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65853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2989-8C66-5413-D6A5-6ABCB8318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err="1">
                <a:solidFill>
                  <a:srgbClr val="FF0000"/>
                </a:solidFill>
              </a:rPr>
              <a:t>Addım</a:t>
            </a:r>
            <a:r>
              <a:rPr lang="en-US" sz="2800" b="1" dirty="0">
                <a:solidFill>
                  <a:srgbClr val="FF0000"/>
                </a:solidFill>
              </a:rPr>
              <a:t> 3: Windows </a:t>
            </a:r>
            <a:r>
              <a:rPr lang="az-Latn-AZ" sz="2800" b="1" dirty="0">
                <a:solidFill>
                  <a:srgbClr val="FF0000"/>
                </a:solidFill>
              </a:rPr>
              <a:t>-</a:t>
            </a:r>
            <a:r>
              <a:rPr lang="en-US" sz="2800" b="1" dirty="0">
                <a:solidFill>
                  <a:srgbClr val="FF0000"/>
                </a:solidFill>
              </a:rPr>
              <a:t>d</a:t>
            </a:r>
            <a:r>
              <a:rPr lang="az-Latn-AZ" sz="2800" b="1" dirty="0">
                <a:solidFill>
                  <a:srgbClr val="FF0000"/>
                </a:solidFill>
              </a:rPr>
              <a:t>a</a:t>
            </a:r>
            <a:r>
              <a:rPr lang="en-US" sz="2800" b="1" dirty="0">
                <a:solidFill>
                  <a:srgbClr val="FF0000"/>
                </a:solidFill>
              </a:rPr>
              <a:t>n Linux-a </a:t>
            </a:r>
            <a:r>
              <a:rPr lang="en-US" sz="2800" b="1" dirty="0" err="1">
                <a:solidFill>
                  <a:srgbClr val="FF0000"/>
                </a:solidFill>
              </a:rPr>
              <a:t>Bağlanmaq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5CA28-B065-A806-410C-11E85CA86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İndi Windows  </a:t>
            </a:r>
            <a:r>
              <a:rPr lang="en-US" dirty="0" err="1"/>
              <a:t>keç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PowerShell </a:t>
            </a:r>
            <a:r>
              <a:rPr lang="en-US" dirty="0" err="1"/>
              <a:t>proqramını</a:t>
            </a:r>
            <a:r>
              <a:rPr lang="en-US" dirty="0"/>
              <a:t> </a:t>
            </a:r>
            <a:r>
              <a:rPr lang="en-US" dirty="0" err="1"/>
              <a:t>aç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İlk </a:t>
            </a:r>
            <a:r>
              <a:rPr lang="en-US" dirty="0" err="1"/>
              <a:t>öncə</a:t>
            </a:r>
            <a:r>
              <a:rPr lang="en-US" dirty="0"/>
              <a:t> Ubuntu-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bağlantısını</a:t>
            </a:r>
            <a:r>
              <a:rPr lang="en-US" dirty="0"/>
              <a:t> </a:t>
            </a:r>
            <a:r>
              <a:rPr lang="en-US" dirty="0" err="1"/>
              <a:t>yoxlamaq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ping at: </a:t>
            </a:r>
            <a:r>
              <a:rPr lang="en-US" dirty="0">
                <a:solidFill>
                  <a:srgbClr val="FF0000"/>
                </a:solidFill>
              </a:rPr>
              <a:t>ping </a:t>
            </a:r>
            <a:r>
              <a:rPr lang="en-US" dirty="0"/>
              <a:t> (Ubuntu-nun IP-</a:t>
            </a:r>
            <a:r>
              <a:rPr lang="en-US" dirty="0" err="1"/>
              <a:t>sini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). Ping </a:t>
            </a:r>
            <a:r>
              <a:rPr lang="en-US" dirty="0" err="1"/>
              <a:t>gedirsə</a:t>
            </a:r>
            <a:r>
              <a:rPr lang="en-US" dirty="0"/>
              <a:t>, </a:t>
            </a:r>
            <a:r>
              <a:rPr lang="en-US" dirty="0" err="1"/>
              <a:t>əla</a:t>
            </a:r>
            <a:r>
              <a:rPr lang="en-US" dirty="0"/>
              <a:t>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İndi </a:t>
            </a:r>
            <a:r>
              <a:rPr lang="en-US" dirty="0" err="1"/>
              <a:t>isə</a:t>
            </a:r>
            <a:r>
              <a:rPr lang="en-US" dirty="0"/>
              <a:t> SSH </a:t>
            </a:r>
            <a:r>
              <a:rPr lang="en-US" dirty="0" err="1"/>
              <a:t>komandası</a:t>
            </a:r>
            <a:r>
              <a:rPr lang="en-US" dirty="0"/>
              <a:t> </a:t>
            </a:r>
            <a:r>
              <a:rPr lang="en-US" dirty="0" err="1"/>
              <a:t>ilə</a:t>
            </a:r>
            <a:r>
              <a:rPr lang="en-US" dirty="0"/>
              <a:t> Windows-dan Ubuntu-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bağlan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PowerShell</a:t>
            </a:r>
            <a:r>
              <a:rPr lang="az-Latn-AZ" dirty="0"/>
              <a:t>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ssh </a:t>
            </a:r>
            <a:r>
              <a:rPr lang="en-US" dirty="0" err="1">
                <a:solidFill>
                  <a:srgbClr val="FF0000"/>
                </a:solidFill>
              </a:rPr>
              <a:t>ubuntu_istifadəçi_adın@ubuntu_ip_ünvanın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Nümunə</a:t>
            </a:r>
            <a:r>
              <a:rPr lang="en-US" dirty="0"/>
              <a:t>: ssh hebib@192.168.1.50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İlk </a:t>
            </a:r>
            <a:r>
              <a:rPr lang="en-US" dirty="0" err="1"/>
              <a:t>dəfə</a:t>
            </a:r>
            <a:r>
              <a:rPr lang="en-US" dirty="0"/>
              <a:t> </a:t>
            </a:r>
            <a:r>
              <a:rPr lang="en-US" dirty="0" err="1"/>
              <a:t>bağlanarkən</a:t>
            </a:r>
            <a:r>
              <a:rPr lang="en-US" dirty="0"/>
              <a:t> </a:t>
            </a:r>
            <a:r>
              <a:rPr lang="en-US" dirty="0" err="1"/>
              <a:t>sənə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təhlükəsizlik</a:t>
            </a:r>
            <a:r>
              <a:rPr lang="en-US" dirty="0"/>
              <a:t> </a:t>
            </a:r>
            <a:r>
              <a:rPr lang="en-US" dirty="0" err="1"/>
              <a:t>sualı</a:t>
            </a:r>
            <a:r>
              <a:rPr lang="en-US" dirty="0"/>
              <a:t> </a:t>
            </a:r>
            <a:r>
              <a:rPr lang="en-US" dirty="0" err="1"/>
              <a:t>verəcək</a:t>
            </a:r>
            <a:r>
              <a:rPr lang="en-US" dirty="0"/>
              <a:t> (Are you sure you want to continue connecting?), </a:t>
            </a:r>
            <a:r>
              <a:rPr lang="en-US" dirty="0" err="1"/>
              <a:t>bura</a:t>
            </a:r>
            <a:r>
              <a:rPr lang="en-US" dirty="0"/>
              <a:t> yes </a:t>
            </a:r>
            <a:r>
              <a:rPr lang="en-US" dirty="0" err="1"/>
              <a:t>yaz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Enter </a:t>
            </a:r>
            <a:r>
              <a:rPr lang="en-US" dirty="0" err="1"/>
              <a:t>sıx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Səndən</a:t>
            </a:r>
            <a:r>
              <a:rPr lang="en-US" dirty="0"/>
              <a:t> Ubuntu </a:t>
            </a:r>
            <a:r>
              <a:rPr lang="en-US" dirty="0" err="1"/>
              <a:t>istifadəçinin</a:t>
            </a:r>
            <a:r>
              <a:rPr lang="en-US" dirty="0"/>
              <a:t> </a:t>
            </a:r>
            <a:r>
              <a:rPr lang="en-US" dirty="0" err="1"/>
              <a:t>şifrəsini</a:t>
            </a:r>
            <a:r>
              <a:rPr lang="en-US" dirty="0"/>
              <a:t> </a:t>
            </a:r>
            <a:r>
              <a:rPr lang="en-US" dirty="0" err="1"/>
              <a:t>istəyəcək</a:t>
            </a:r>
            <a:r>
              <a:rPr lang="en-US" dirty="0"/>
              <a:t>. </a:t>
            </a:r>
            <a:r>
              <a:rPr lang="en-US" dirty="0" err="1"/>
              <a:t>Şifrəni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 (</a:t>
            </a:r>
            <a:r>
              <a:rPr lang="en-US" dirty="0" err="1"/>
              <a:t>yazanda</a:t>
            </a:r>
            <a:r>
              <a:rPr lang="en-US" dirty="0"/>
              <a:t> </a:t>
            </a:r>
            <a:r>
              <a:rPr lang="en-US" dirty="0" err="1"/>
              <a:t>ekranda</a:t>
            </a:r>
            <a:r>
              <a:rPr lang="en-US" dirty="0"/>
              <a:t> </a:t>
            </a:r>
            <a:r>
              <a:rPr lang="en-US" dirty="0" err="1"/>
              <a:t>görünməyəcək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normaldır</a:t>
            </a:r>
            <a:r>
              <a:rPr lang="en-US" dirty="0"/>
              <a:t>) </a:t>
            </a:r>
            <a:r>
              <a:rPr lang="en-US" dirty="0" err="1"/>
              <a:t>və</a:t>
            </a:r>
            <a:r>
              <a:rPr lang="en-US" dirty="0"/>
              <a:t> Enter </a:t>
            </a:r>
            <a:r>
              <a:rPr lang="en-US" dirty="0" err="1"/>
              <a:t>sıx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5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67E7F7-E6FC-37CA-740B-F57D8BF0B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70" y="1204863"/>
            <a:ext cx="4401164" cy="29912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166972-4E92-4C2A-BD2B-55C2948A0BA5}"/>
              </a:ext>
            </a:extLst>
          </p:cNvPr>
          <p:cNvSpPr txBox="1"/>
          <p:nvPr/>
        </p:nvSpPr>
        <p:spPr>
          <a:xfrm>
            <a:off x="415371" y="334677"/>
            <a:ext cx="44011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Ubuntu</a:t>
            </a:r>
            <a:r>
              <a:rPr lang="az-Latn-AZ" sz="2800" b="1" dirty="0">
                <a:solidFill>
                  <a:srgbClr val="FF0000"/>
                </a:solidFill>
              </a:rPr>
              <a:t> ya ping ataq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090BE-160F-8E14-5FBD-1A46778CB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948" y="857897"/>
            <a:ext cx="6467695" cy="54337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3818AC-468A-A1A5-CD60-9FDB33DFAD3B}"/>
              </a:ext>
            </a:extLst>
          </p:cNvPr>
          <p:cNvSpPr txBox="1"/>
          <p:nvPr/>
        </p:nvSpPr>
        <p:spPr>
          <a:xfrm>
            <a:off x="339570" y="4822140"/>
            <a:ext cx="4889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SSH </a:t>
            </a:r>
            <a:r>
              <a:rPr lang="en-US" sz="2400" b="1" dirty="0" err="1">
                <a:solidFill>
                  <a:srgbClr val="FF0000"/>
                </a:solidFill>
              </a:rPr>
              <a:t>komandası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ilə</a:t>
            </a:r>
            <a:r>
              <a:rPr lang="en-US" sz="2400" b="1" dirty="0">
                <a:solidFill>
                  <a:srgbClr val="FF0000"/>
                </a:solidFill>
              </a:rPr>
              <a:t> Windows-dan Ubuntu-</a:t>
            </a:r>
            <a:r>
              <a:rPr lang="en-US" sz="2400" b="1" dirty="0" err="1">
                <a:solidFill>
                  <a:srgbClr val="FF0000"/>
                </a:solidFill>
              </a:rPr>
              <a:t>ya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qo</a:t>
            </a:r>
            <a:r>
              <a:rPr lang="az-Latn-AZ" sz="2400" b="1" dirty="0">
                <a:solidFill>
                  <a:srgbClr val="FF0000"/>
                </a:solidFill>
              </a:rPr>
              <a:t>şulmaq.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711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300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SSH Nədir və Niyə Vacibdir?</vt:lpstr>
      <vt:lpstr>Praktiki Komandaları və Addımları</vt:lpstr>
      <vt:lpstr>PowerPoint Presentation</vt:lpstr>
      <vt:lpstr>Addım 3: Windows -dan Linux-a Bağlanmaq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2</cp:revision>
  <dcterms:created xsi:type="dcterms:W3CDTF">2026-05-23T18:40:31Z</dcterms:created>
  <dcterms:modified xsi:type="dcterms:W3CDTF">2026-05-23T21:20:53Z</dcterms:modified>
</cp:coreProperties>
</file>