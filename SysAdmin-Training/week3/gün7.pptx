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3C8E-6342-E343-EE5C-ED7AB3E72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8F779-DC0B-71DB-AF80-294C9516C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4714-4FA5-37EA-24BF-1B3B8427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C2FFA-4E46-5B70-2E9C-675B6551C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33576-494A-45D0-763C-5985345F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4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F4A5-C852-9713-0908-9D471BFD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3C30B-DC5C-94EE-7BB9-7B33D3CFC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C8F18-E60F-12A0-3F8C-804B9979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94475-E2E4-26D9-C049-70884797D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1972A-1E44-F027-C94C-0034B9D9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3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6D29-7C80-2343-8653-45BE23777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079F9-3A46-369A-A328-A9672C32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D150-85EC-2645-33F4-C3B36DA4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4A9A-AF11-FFC6-B8D5-8B9ACEA1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EFBDF-14C3-B77E-D6E2-3470B463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3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E31F-463A-18C3-813C-5D6AFC19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67307-2BBE-B053-5E1F-1EE1542D5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3FF87-67A0-F005-555A-A8722E67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93F15-BFED-0AEE-AB95-0E51ED98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009E1-E215-04BF-1699-6E52D5EF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09DCD-4A33-EF56-DA40-733B5445A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24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8484-D400-1967-25B6-13739061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4A01A-FA20-889E-3894-2FAEA4C76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C3FE4-6C79-4758-9493-3FD646BB1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71703-6F02-2B66-C510-A86ACDFFB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C4099-AC5F-3533-2BE9-43303AC3B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B4FBF7-CAA1-B27F-8921-929CF051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EBECC4-4BF3-4528-B004-1FBA9046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D9F4F-6E18-FC26-3E79-1CD6FD9C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5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9770-8F9D-9FE7-A007-16B533A1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9E1386-6F68-6AE3-8C77-A46E2179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AAA49-49D0-E78B-88B1-2A5CBB46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22217-994C-C5A3-1BFB-BF157F5E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39B726-D713-E980-9002-6CDB2EB0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E448D-F5A7-4329-E9F7-B9F87A3A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AED31-BBD7-2B67-5664-CA272A76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7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12F8-4336-0154-9A57-FA649B62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E5214-07F1-ADFD-92B2-C6FDB20B3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9A184-E0EB-759B-E0A2-0A06FA788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CB46D-61B7-7C85-B147-C43D724F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8D5E1-380E-BC75-B5B8-353A31A9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9E10B-092A-AD6E-BA40-0CBF926A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7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0601-773C-AD6C-E976-3EA3777A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CBCB6-B86D-6300-7574-AE4748553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9B60B-6AB8-9BF0-CB7D-39DD1FBBB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AE920-0A77-F6A1-CD90-CC56FBDC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E105E-47A8-E5DB-7A1C-CC7E3431C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DB1ED-C7C2-DBBD-CCF7-1B8457E0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9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BABC-9EB9-748C-3F3F-6F3E833A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7B029-4CAD-A969-6827-A29410A9C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1A710-3E4F-6ABA-FA56-C870D03F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F9867-5922-A5E6-4CFE-4AAFD967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EB12A-48E9-E09A-530B-40760FDA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9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912DF-5B10-0B9C-BD1B-ADBE6C150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1DBCA-C6EF-6D6A-2681-0403BB393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4558-C4B7-54DD-960A-A9FE05FE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DB385-D009-A53A-FEDD-B391132B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E2EE-2062-5706-BD57-4D12AD793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8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1CA3B-0B0C-AC32-5D97-574BF27E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F3C71-2CCF-3315-AAF5-2396BCC0A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CAE67-DB0D-40AF-1FAC-E72C99158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C38D2-D11B-4517-8697-4B7B37B34D2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B0B46-8308-7227-5B5C-194C77980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0A82B-25B6-3EF5-6374-ABF34915D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0E2D6-C936-4D52-BD41-1B7D651E0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7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9164-FC52-F0EC-0592-FC5B29ACF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237" y="878305"/>
            <a:ext cx="12011526" cy="926432"/>
          </a:xfrm>
        </p:spPr>
        <p:txBody>
          <a:bodyPr>
            <a:normAutofit/>
          </a:bodyPr>
          <a:lstStyle/>
          <a:p>
            <a:r>
              <a:rPr lang="en-US" sz="4400" b="1" dirty="0" err="1">
                <a:solidFill>
                  <a:srgbClr val="FF0000"/>
                </a:solidFill>
              </a:rPr>
              <a:t>Addım</a:t>
            </a:r>
            <a:r>
              <a:rPr lang="en-US" sz="4400" b="1" dirty="0">
                <a:solidFill>
                  <a:srgbClr val="FF0000"/>
                </a:solidFill>
              </a:rPr>
              <a:t> 1: VMware </a:t>
            </a:r>
            <a:r>
              <a:rPr lang="en-US" sz="4400" b="1" dirty="0" err="1">
                <a:solidFill>
                  <a:srgbClr val="FF0000"/>
                </a:solidFill>
              </a:rPr>
              <a:t>Şəbəkəsini</a:t>
            </a:r>
            <a:r>
              <a:rPr lang="en-US" sz="4400" b="1" dirty="0">
                <a:solidFill>
                  <a:srgbClr val="FF0000"/>
                </a:solidFill>
              </a:rPr>
              <a:t> "NAT" </a:t>
            </a:r>
            <a:r>
              <a:rPr lang="en-US" sz="4400" b="1" dirty="0" err="1">
                <a:solidFill>
                  <a:srgbClr val="FF0000"/>
                </a:solidFill>
              </a:rPr>
              <a:t>Rejiminə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Qoyun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068BD-99DD-9A14-1919-8697C2ECA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5637" y="2312361"/>
            <a:ext cx="9420726" cy="3667334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Bu </a:t>
            </a:r>
            <a:r>
              <a:rPr lang="en-US" sz="2800" dirty="0" err="1"/>
              <a:t>rejim</a:t>
            </a:r>
            <a:r>
              <a:rPr lang="en-US" sz="2800" dirty="0"/>
              <a:t> </a:t>
            </a:r>
            <a:r>
              <a:rPr lang="en-US" sz="2800" dirty="0" err="1"/>
              <a:t>sayəsində</a:t>
            </a:r>
            <a:r>
              <a:rPr lang="en-US" sz="2800" dirty="0"/>
              <a:t> </a:t>
            </a:r>
            <a:r>
              <a:rPr lang="en-US" sz="2800" dirty="0" err="1"/>
              <a:t>sizin</a:t>
            </a:r>
            <a:r>
              <a:rPr lang="en-US" sz="2800" dirty="0"/>
              <a:t> </a:t>
            </a:r>
            <a:r>
              <a:rPr lang="en-US" sz="2800" dirty="0" err="1"/>
              <a:t>fiziki</a:t>
            </a:r>
            <a:r>
              <a:rPr lang="en-US" sz="2800" dirty="0"/>
              <a:t> </a:t>
            </a:r>
            <a:r>
              <a:rPr lang="en-US" sz="2800" dirty="0" err="1"/>
              <a:t>kompüteriniz</a:t>
            </a:r>
            <a:r>
              <a:rPr lang="en-US" sz="2800" dirty="0"/>
              <a:t> virtual </a:t>
            </a:r>
            <a:r>
              <a:rPr lang="en-US" sz="2800" dirty="0" err="1"/>
              <a:t>maşınla</a:t>
            </a:r>
            <a:r>
              <a:rPr lang="en-US" sz="2800" dirty="0"/>
              <a:t> </a:t>
            </a:r>
            <a:r>
              <a:rPr lang="en-US" sz="2800" dirty="0" err="1"/>
              <a:t>birbaşa</a:t>
            </a:r>
            <a:r>
              <a:rPr lang="en-US" sz="2800" dirty="0"/>
              <a:t> </a:t>
            </a:r>
            <a:r>
              <a:rPr lang="en-US" sz="2800" dirty="0" err="1"/>
              <a:t>eyni</a:t>
            </a:r>
            <a:r>
              <a:rPr lang="en-US" sz="2800" dirty="0"/>
              <a:t> </a:t>
            </a:r>
            <a:r>
              <a:rPr lang="en-US" sz="2800" dirty="0" err="1"/>
              <a:t>şəbəkədə</a:t>
            </a:r>
            <a:r>
              <a:rPr lang="en-US" sz="2800" dirty="0"/>
              <a:t> </a:t>
            </a:r>
            <a:r>
              <a:rPr lang="en-US" sz="2800" dirty="0" err="1"/>
              <a:t>olacaq</a:t>
            </a:r>
            <a:r>
              <a:rPr lang="en-US" sz="2800" dirty="0"/>
              <a:t> </a:t>
            </a:r>
            <a:r>
              <a:rPr lang="en-US" sz="2800" dirty="0" err="1"/>
              <a:t>və</a:t>
            </a:r>
            <a:r>
              <a:rPr lang="en-US" sz="2800" dirty="0"/>
              <a:t> </a:t>
            </a:r>
            <a:r>
              <a:rPr lang="en-US" sz="2800" dirty="0" err="1"/>
              <a:t>ona</a:t>
            </a:r>
            <a:r>
              <a:rPr lang="en-US" sz="2800" dirty="0"/>
              <a:t> IP </a:t>
            </a:r>
            <a:r>
              <a:rPr lang="en-US" sz="2800" dirty="0" err="1"/>
              <a:t>paylayacaq</a:t>
            </a:r>
            <a:r>
              <a:rPr lang="en-US" sz="2800" dirty="0"/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dirty="0"/>
              <a:t>VMware-</a:t>
            </a:r>
            <a:r>
              <a:rPr lang="en-US" sz="2800" dirty="0" err="1"/>
              <a:t>də</a:t>
            </a:r>
            <a:r>
              <a:rPr lang="en-US" sz="2800" dirty="0"/>
              <a:t> Ubuntu </a:t>
            </a:r>
            <a:r>
              <a:rPr lang="en-US" sz="2800" dirty="0" err="1"/>
              <a:t>Serverin</a:t>
            </a:r>
            <a:r>
              <a:rPr lang="en-US" sz="2800" dirty="0"/>
              <a:t> </a:t>
            </a:r>
            <a:r>
              <a:rPr lang="en-US" sz="2800" dirty="0" err="1"/>
              <a:t>üzərinə</a:t>
            </a:r>
            <a:r>
              <a:rPr lang="en-US" sz="2800" dirty="0"/>
              <a:t> </a:t>
            </a:r>
            <a:r>
              <a:rPr lang="en-US" sz="2800" dirty="0" err="1"/>
              <a:t>sağ</a:t>
            </a:r>
            <a:r>
              <a:rPr lang="en-US" sz="2800" dirty="0"/>
              <a:t> </a:t>
            </a:r>
            <a:r>
              <a:rPr lang="en-US" sz="2800" dirty="0" err="1"/>
              <a:t>düymə</a:t>
            </a:r>
            <a:r>
              <a:rPr lang="en-US" sz="2800" dirty="0"/>
              <a:t> </a:t>
            </a:r>
            <a:r>
              <a:rPr lang="en-US" sz="2800" dirty="0" err="1"/>
              <a:t>vurub</a:t>
            </a:r>
            <a:r>
              <a:rPr lang="en-US" sz="2800" dirty="0"/>
              <a:t> </a:t>
            </a:r>
            <a:r>
              <a:rPr lang="en-US" sz="2800" b="1" dirty="0"/>
              <a:t>Settings</a:t>
            </a:r>
            <a:r>
              <a:rPr lang="en-US" sz="2800" dirty="0"/>
              <a:t> </a:t>
            </a:r>
            <a:r>
              <a:rPr lang="en-US" sz="2800" dirty="0" err="1"/>
              <a:t>hissəsinə</a:t>
            </a:r>
            <a:r>
              <a:rPr lang="en-US" sz="2800" dirty="0"/>
              <a:t> </a:t>
            </a:r>
            <a:r>
              <a:rPr lang="en-US" sz="2800" dirty="0" err="1"/>
              <a:t>girin</a:t>
            </a:r>
            <a:r>
              <a:rPr lang="en-US" sz="2800" dirty="0"/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dirty="0"/>
              <a:t>Network Adapter </a:t>
            </a:r>
            <a:r>
              <a:rPr lang="en-US" sz="2800" dirty="0" err="1"/>
              <a:t>bölməsində</a:t>
            </a:r>
            <a:r>
              <a:rPr lang="en-US" sz="2800" dirty="0"/>
              <a:t> </a:t>
            </a:r>
            <a:r>
              <a:rPr lang="en-US" sz="2800" dirty="0" err="1"/>
              <a:t>şəbəkə</a:t>
            </a:r>
            <a:r>
              <a:rPr lang="en-US" sz="2800" dirty="0"/>
              <a:t> </a:t>
            </a:r>
            <a:r>
              <a:rPr lang="en-US" sz="2800" dirty="0" err="1"/>
              <a:t>rejimini</a:t>
            </a:r>
            <a:r>
              <a:rPr lang="en-US" sz="2800" dirty="0"/>
              <a:t> </a:t>
            </a:r>
            <a:r>
              <a:rPr lang="en-US" sz="2800" b="1" dirty="0"/>
              <a:t>NAT</a:t>
            </a:r>
            <a:r>
              <a:rPr lang="en-US" sz="2800" dirty="0"/>
              <a:t> </a:t>
            </a:r>
            <a:r>
              <a:rPr lang="en-US" sz="2800" dirty="0" err="1"/>
              <a:t>olaraq</a:t>
            </a:r>
            <a:r>
              <a:rPr lang="en-US" sz="2800" dirty="0"/>
              <a:t> </a:t>
            </a:r>
            <a:r>
              <a:rPr lang="en-US" sz="2800" dirty="0" err="1"/>
              <a:t>seçin</a:t>
            </a:r>
            <a:r>
              <a:rPr lang="en-US" sz="2800" dirty="0"/>
              <a:t> </a:t>
            </a:r>
            <a:r>
              <a:rPr lang="en-US" sz="2800" dirty="0" err="1"/>
              <a:t>və</a:t>
            </a:r>
            <a:r>
              <a:rPr lang="en-US" sz="2800" dirty="0"/>
              <a:t> OK </a:t>
            </a:r>
            <a:r>
              <a:rPr lang="en-US" sz="2800" dirty="0" err="1"/>
              <a:t>vurun</a:t>
            </a:r>
            <a:r>
              <a:rPr lang="en-US" sz="2800" dirty="0"/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dirty="0"/>
              <a:t>Ubuntu </a:t>
            </a:r>
            <a:r>
              <a:rPr lang="en-US" sz="2800" dirty="0" err="1"/>
              <a:t>Serveri</a:t>
            </a:r>
            <a:r>
              <a:rPr lang="en-US" sz="2800" dirty="0"/>
              <a:t> </a:t>
            </a:r>
            <a:r>
              <a:rPr lang="en-US" sz="2800" dirty="0" err="1"/>
              <a:t>başladın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34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EFF583-4391-B992-EA40-706059621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07" y="719756"/>
            <a:ext cx="10078385" cy="541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11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5FFF-0314-4157-F94E-41BCD0C4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8212"/>
          </a:xfrm>
        </p:spPr>
        <p:txBody>
          <a:bodyPr>
            <a:normAutofit fontScale="90000"/>
          </a:bodyPr>
          <a:lstStyle/>
          <a:p>
            <a:r>
              <a:rPr lang="en-US" sz="2700" b="1" dirty="0" err="1">
                <a:solidFill>
                  <a:srgbClr val="FF0000"/>
                </a:solidFill>
              </a:rPr>
              <a:t>Addım</a:t>
            </a:r>
            <a:r>
              <a:rPr lang="en-US" sz="2700" b="1" dirty="0">
                <a:solidFill>
                  <a:srgbClr val="FF0000"/>
                </a:solidFill>
              </a:rPr>
              <a:t> 2: Ubuntu-nun IP </a:t>
            </a:r>
            <a:r>
              <a:rPr lang="en-US" sz="2700" b="1" dirty="0" err="1">
                <a:solidFill>
                  <a:srgbClr val="FF0000"/>
                </a:solidFill>
              </a:rPr>
              <a:t>Ünvanını</a:t>
            </a:r>
            <a:r>
              <a:rPr lang="en-US" sz="2700" b="1" dirty="0">
                <a:solidFill>
                  <a:srgbClr val="FF0000"/>
                </a:solidFill>
              </a:rPr>
              <a:t> </a:t>
            </a:r>
            <a:r>
              <a:rPr lang="en-US" sz="2700" b="1" dirty="0" err="1">
                <a:solidFill>
                  <a:srgbClr val="FF0000"/>
                </a:solidFill>
              </a:rPr>
              <a:t>Öyrənin</a:t>
            </a:r>
            <a:br>
              <a:rPr lang="az-Latn-AZ" sz="2700" b="1" dirty="0">
                <a:solidFill>
                  <a:srgbClr val="FF0000"/>
                </a:solidFill>
              </a:rPr>
            </a:br>
            <a:br>
              <a:rPr lang="en-US" sz="2700" b="1" dirty="0">
                <a:solidFill>
                  <a:srgbClr val="FF0000"/>
                </a:solidFill>
              </a:rPr>
            </a:br>
            <a:r>
              <a:rPr lang="en-US" sz="2700" dirty="0" err="1"/>
              <a:t>Heç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statik</a:t>
            </a:r>
            <a:r>
              <a:rPr lang="en-US" sz="2700" dirty="0"/>
              <a:t> IP </a:t>
            </a:r>
            <a:r>
              <a:rPr lang="en-US" sz="2700" dirty="0" err="1"/>
              <a:t>konfiqurasiyası</a:t>
            </a:r>
            <a:r>
              <a:rPr lang="en-US" sz="2700" dirty="0"/>
              <a:t> </a:t>
            </a:r>
            <a:r>
              <a:rPr lang="en-US" sz="2700" dirty="0" err="1"/>
              <a:t>yazmağa</a:t>
            </a:r>
            <a:r>
              <a:rPr lang="en-US" sz="2700" dirty="0"/>
              <a:t> (</a:t>
            </a:r>
            <a:r>
              <a:rPr lang="en-US" sz="2700" dirty="0" err="1"/>
              <a:t>Netplan</a:t>
            </a:r>
            <a:r>
              <a:rPr lang="en-US" sz="2700" dirty="0"/>
              <a:t>-ı </a:t>
            </a:r>
            <a:r>
              <a:rPr lang="en-US" sz="2700" dirty="0" err="1"/>
              <a:t>dəyişməyə</a:t>
            </a:r>
            <a:r>
              <a:rPr lang="en-US" sz="2700" dirty="0"/>
              <a:t>) </a:t>
            </a:r>
            <a:r>
              <a:rPr lang="en-US" sz="2700" dirty="0" err="1"/>
              <a:t>ehtiyac</a:t>
            </a:r>
            <a:r>
              <a:rPr lang="en-US" sz="2700" dirty="0"/>
              <a:t> </a:t>
            </a:r>
            <a:r>
              <a:rPr lang="en-US" sz="2700" dirty="0" err="1"/>
              <a:t>yoxdur</a:t>
            </a:r>
            <a:r>
              <a:rPr lang="en-US" sz="2700" dirty="0"/>
              <a:t>. </a:t>
            </a:r>
            <a:r>
              <a:rPr lang="en-US" sz="2700" dirty="0" err="1"/>
              <a:t>Buraxın</a:t>
            </a:r>
            <a:r>
              <a:rPr lang="en-US" sz="2700" dirty="0"/>
              <a:t> VMware </a:t>
            </a:r>
            <a:r>
              <a:rPr lang="en-US" sz="2700" dirty="0" err="1"/>
              <a:t>özü</a:t>
            </a:r>
            <a:r>
              <a:rPr lang="en-US" sz="2700" dirty="0"/>
              <a:t> </a:t>
            </a:r>
            <a:r>
              <a:rPr lang="en-US" sz="2700" dirty="0" err="1"/>
              <a:t>avtomatik</a:t>
            </a:r>
            <a:r>
              <a:rPr lang="en-US" sz="2700" dirty="0"/>
              <a:t> IP </a:t>
            </a:r>
            <a:r>
              <a:rPr lang="en-US" sz="2700" dirty="0" err="1"/>
              <a:t>versin</a:t>
            </a:r>
            <a:r>
              <a:rPr lang="en-US" sz="2700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1920E-C80D-43E1-C39F-732B929A0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5196"/>
            <a:ext cx="9327348" cy="459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1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FE37-FF9A-A596-AD38-A502C52F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Addım</a:t>
            </a:r>
            <a:r>
              <a:rPr lang="en-US" b="1" dirty="0">
                <a:solidFill>
                  <a:srgbClr val="FF0000"/>
                </a:solidFill>
              </a:rPr>
              <a:t> 3: Firewall-u </a:t>
            </a:r>
            <a:r>
              <a:rPr lang="en-US" b="1" dirty="0" err="1">
                <a:solidFill>
                  <a:srgbClr val="FF0000"/>
                </a:solidFill>
              </a:rPr>
              <a:t>Sənə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deyilən</a:t>
            </a:r>
            <a:r>
              <a:rPr lang="en-US" b="1" dirty="0">
                <a:solidFill>
                  <a:srgbClr val="FF0000"/>
                </a:solidFill>
              </a:rPr>
              <a:t> Kimi </a:t>
            </a:r>
            <a:r>
              <a:rPr lang="en-US" b="1" dirty="0" err="1">
                <a:solidFill>
                  <a:srgbClr val="FF0000"/>
                </a:solidFill>
              </a:rPr>
              <a:t>Ayarla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6E5C4-8624-0F94-932A-548014749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95" y="1980224"/>
            <a:ext cx="7834175" cy="420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9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80AB-0B56-0B25-6353-C9C460974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Addım</a:t>
            </a:r>
            <a:r>
              <a:rPr lang="en-US" b="1" dirty="0">
                <a:solidFill>
                  <a:srgbClr val="FF0000"/>
                </a:solidFill>
              </a:rPr>
              <a:t> 4: </a:t>
            </a:r>
            <a:r>
              <a:rPr lang="en-US" b="1" dirty="0" err="1">
                <a:solidFill>
                  <a:srgbClr val="FF0000"/>
                </a:solidFill>
              </a:rPr>
              <a:t>Fiziki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Kompüterinizdən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Yoxlayın</a:t>
            </a:r>
            <a:r>
              <a:rPr lang="en-US" b="1" dirty="0">
                <a:solidFill>
                  <a:srgbClr val="FF0000"/>
                </a:solidFill>
              </a:rPr>
              <a:t> (Test)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C774C-7FC2-64A8-8A4A-96F66FD2A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602" y="1817813"/>
            <a:ext cx="6366795" cy="425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2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5D015F-C796-4E1A-FCBA-3DBD78A35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979" y="739841"/>
            <a:ext cx="7745747" cy="5378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6F9FB6-30B5-3F7F-DA5C-2F62FA12CEFD}"/>
              </a:ext>
            </a:extLst>
          </p:cNvPr>
          <p:cNvSpPr txBox="1"/>
          <p:nvPr/>
        </p:nvSpPr>
        <p:spPr>
          <a:xfrm>
            <a:off x="485274" y="1720839"/>
            <a:ext cx="30490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Real </a:t>
            </a:r>
            <a:r>
              <a:rPr lang="en-US" sz="2400" dirty="0" err="1"/>
              <a:t>kompüterinizdə</a:t>
            </a:r>
            <a:r>
              <a:rPr lang="en-US" sz="2400" dirty="0"/>
              <a:t> Chrome </a:t>
            </a:r>
            <a:r>
              <a:rPr lang="en-US" sz="2400" dirty="0" err="1"/>
              <a:t>və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</a:t>
            </a:r>
            <a:r>
              <a:rPr lang="en-US" sz="2400" dirty="0" err="1"/>
              <a:t>istənilən</a:t>
            </a:r>
            <a:r>
              <a:rPr lang="en-US" sz="2400" dirty="0"/>
              <a:t> </a:t>
            </a:r>
            <a:r>
              <a:rPr lang="en-US" sz="2400" dirty="0" err="1"/>
              <a:t>brauzeri</a:t>
            </a:r>
            <a:r>
              <a:rPr lang="en-US" sz="2400" dirty="0"/>
              <a:t> </a:t>
            </a:r>
            <a:r>
              <a:rPr lang="en-US" sz="2400" dirty="0" err="1"/>
              <a:t>açın</a:t>
            </a:r>
            <a:r>
              <a:rPr lang="en-US" sz="2400" dirty="0"/>
              <a:t>, </a:t>
            </a:r>
            <a:r>
              <a:rPr lang="en-US" sz="2400" dirty="0" err="1"/>
              <a:t>ünvan</a:t>
            </a:r>
            <a:r>
              <a:rPr lang="en-US" sz="2400" dirty="0"/>
              <a:t> </a:t>
            </a:r>
            <a:r>
              <a:rPr lang="en-US" sz="2400" dirty="0" err="1"/>
              <a:t>yerinə</a:t>
            </a:r>
            <a:r>
              <a:rPr lang="en-US" sz="2400" dirty="0"/>
              <a:t> </a:t>
            </a:r>
            <a:r>
              <a:rPr lang="en-US" sz="2400" dirty="0" err="1"/>
              <a:t>həmin</a:t>
            </a:r>
            <a:r>
              <a:rPr lang="en-US" sz="2400" dirty="0"/>
              <a:t> IP-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yazın</a:t>
            </a:r>
            <a:r>
              <a:rPr lang="en-US" sz="2400" dirty="0"/>
              <a:t>: http://192.168.</a:t>
            </a:r>
            <a:r>
              <a:rPr lang="az-Latn-AZ" sz="2400" dirty="0"/>
              <a:t>246</a:t>
            </a:r>
            <a:r>
              <a:rPr lang="en-US" sz="2400" dirty="0"/>
              <a:t>.13</a:t>
            </a:r>
            <a:r>
              <a:rPr lang="az-Latn-AZ" sz="2400" dirty="0"/>
              <a:t>1</a:t>
            </a:r>
            <a:r>
              <a:rPr lang="en-US" sz="2400" dirty="0"/>
              <a:t>. Apache-</a:t>
            </a:r>
            <a:r>
              <a:rPr lang="en-US" sz="2400" dirty="0" err="1"/>
              <a:t>nin</a:t>
            </a:r>
            <a:r>
              <a:rPr lang="en-US" sz="2400" dirty="0"/>
              <a:t> "Bu server </a:t>
            </a:r>
            <a:r>
              <a:rPr lang="en-US" sz="2400" dirty="0" err="1"/>
              <a:t>quruldu</a:t>
            </a:r>
            <a:r>
              <a:rPr lang="en-US" sz="2400" dirty="0"/>
              <a:t>" </a:t>
            </a:r>
            <a:r>
              <a:rPr lang="en-US" sz="2400" dirty="0" err="1"/>
              <a:t>səhifəsini</a:t>
            </a:r>
            <a:r>
              <a:rPr lang="en-US" sz="2400" dirty="0"/>
              <a:t> </a:t>
            </a:r>
            <a:r>
              <a:rPr lang="en-US" sz="2400" dirty="0" err="1"/>
              <a:t>görəcəksiniz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1854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DC5C-E378-A87B-D2AC-B1C0645C3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112462"/>
            <a:ext cx="10515600" cy="1325563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Addım</a:t>
            </a:r>
            <a:r>
              <a:rPr lang="en-US" b="1" dirty="0">
                <a:solidFill>
                  <a:srgbClr val="FF0000"/>
                </a:solidFill>
              </a:rPr>
              <a:t> 5:</a:t>
            </a:r>
            <a:r>
              <a:rPr lang="az-Latn-AZ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Packet Capture (Paket </a:t>
            </a:r>
            <a:r>
              <a:rPr lang="en-US" b="1" dirty="0" err="1">
                <a:solidFill>
                  <a:srgbClr val="FF0000"/>
                </a:solidFill>
              </a:rPr>
              <a:t>Tutma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2B6BC5-E595-0FC4-C18D-A635F2158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28" y="1438025"/>
            <a:ext cx="10464343" cy="44823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5B0F-A97E-57AB-A8ED-F44E999411A1}"/>
              </a:ext>
            </a:extLst>
          </p:cNvPr>
          <p:cNvSpPr txBox="1"/>
          <p:nvPr/>
        </p:nvSpPr>
        <p:spPr>
          <a:xfrm>
            <a:off x="863828" y="6088844"/>
            <a:ext cx="106479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Bu </a:t>
            </a:r>
            <a:r>
              <a:rPr lang="en-US" sz="2400" dirty="0" err="1"/>
              <a:t>komanda</a:t>
            </a:r>
            <a:r>
              <a:rPr lang="en-US" sz="2400" dirty="0"/>
              <a:t> port 80 </a:t>
            </a:r>
            <a:r>
              <a:rPr lang="en-US" sz="2400" dirty="0" err="1"/>
              <a:t>üzərindən</a:t>
            </a:r>
            <a:r>
              <a:rPr lang="en-US" sz="2400" dirty="0"/>
              <a:t> </a:t>
            </a:r>
            <a:r>
              <a:rPr lang="en-US" sz="2400" dirty="0" err="1"/>
              <a:t>keçən</a:t>
            </a:r>
            <a:r>
              <a:rPr lang="en-US" sz="2400" dirty="0"/>
              <a:t> ilk 10 </a:t>
            </a:r>
            <a:r>
              <a:rPr lang="en-US" sz="2400" dirty="0" err="1"/>
              <a:t>paketi</a:t>
            </a:r>
            <a:r>
              <a:rPr lang="en-US" sz="2400" dirty="0"/>
              <a:t> </a:t>
            </a:r>
            <a:r>
              <a:rPr lang="en-US" sz="2400" dirty="0" err="1"/>
              <a:t>tutub</a:t>
            </a:r>
            <a:r>
              <a:rPr lang="en-US" sz="2400" dirty="0"/>
              <a:t> </a:t>
            </a:r>
            <a:r>
              <a:rPr lang="en-US" sz="2400" dirty="0" err="1"/>
              <a:t>avtomatik</a:t>
            </a:r>
            <a:r>
              <a:rPr lang="en-US" sz="2400" dirty="0"/>
              <a:t> </a:t>
            </a:r>
            <a:r>
              <a:rPr lang="en-US" sz="2400" dirty="0" err="1"/>
              <a:t>dayanacaq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874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154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Addım 1: VMware Şəbəkəsini "NAT" Rejiminə Qoyun</vt:lpstr>
      <vt:lpstr>PowerPoint Presentation</vt:lpstr>
      <vt:lpstr>Addım 2: Ubuntu-nun IP Ünvanını Öyrənin  Heç bir statik IP konfiqurasiyası yazmağa (Netplan-ı dəyişməyə) ehtiyac yoxdur. Buraxın VMware özü avtomatik IP versin. </vt:lpstr>
      <vt:lpstr>Addım 3: Firewall-u Sənə De deyilən Kimi Ayarla</vt:lpstr>
      <vt:lpstr>Addım 4: Fiziki Kompüterinizdən Yoxlayın (Test)</vt:lpstr>
      <vt:lpstr>PowerPoint Presentation</vt:lpstr>
      <vt:lpstr>Addım 5: Packet Capture (Paket Tutma)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2026-05-31T12:16:38Z</dcterms:created>
  <dcterms:modified xsi:type="dcterms:W3CDTF">2026-05-31T12:36:16Z</dcterms:modified>
</cp:coreProperties>
</file>