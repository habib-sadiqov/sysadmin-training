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FCC8A-2974-B0D0-9F41-A16BFBF3E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C0BE8-1D72-9843-8E3D-24410C065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9783C-6941-F244-1914-A39D88EEF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61E-CFC8-4EE1-9463-539D3B0B576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C2095-1EB5-DF7B-834E-996AAC1B0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28FDA-BA0F-35BA-D41D-92EAB11A1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3BA8-9E09-4AE2-92E5-09E47D5C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87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2FA56-AB1A-1DFE-14B1-654D8CD63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6D7BF-94B8-9DDE-358A-B9CF8EDF0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D6345-0724-17DE-5F5C-D35913EAF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61E-CFC8-4EE1-9463-539D3B0B576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73E68-000A-66DD-0CDB-FEC93F33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BA8A0-4167-B3DB-1EC2-3CA1650EE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3BA8-9E09-4AE2-92E5-09E47D5C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09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DB978-C87C-D0EB-5003-C7E2023D7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FEB7D-0380-92B0-90A2-A9873EFC3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2A40D-55F7-99FD-99D1-C449E4C7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61E-CFC8-4EE1-9463-539D3B0B576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447E0-6E1E-19CE-5F72-6B728BAC4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2D371-E74D-36BC-5F04-FC5E0A715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3BA8-9E09-4AE2-92E5-09E47D5C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23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0B431-203B-B95E-E117-91988C1E7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6C8EE-4624-C6B9-4ACB-CAA6D7958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7D708-6F8D-2FFA-3662-F8DC968C1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6CE34-460B-2B6C-AB95-B6E062C06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61E-CFC8-4EE1-9463-539D3B0B576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EB1C0-5892-7C0F-7ED1-79045AB98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A08D1-3CA1-9357-865C-D790F6F6A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3BA8-9E09-4AE2-92E5-09E47D5C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84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77A56-2247-BAC0-5578-0BBB1E802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2F3F7-B066-C411-54F9-1F81AD435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8E136-EA3F-34C8-B660-FCA7FF639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F09856-77B1-CAEE-15D7-286BAB9D0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E35B9-9923-D992-B26B-00853BD28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AE0FC1-7064-82CB-573B-151281CF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61E-CFC8-4EE1-9463-539D3B0B576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E87A80-EB2E-E500-1363-C8931B951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4E57F0-0015-C1F7-29FB-2DE097C43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3BA8-9E09-4AE2-92E5-09E47D5C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3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A87CE-043F-BA5C-F834-26E78B4C7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03620-DC40-D7B5-93CB-DC7BAA11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61E-CFC8-4EE1-9463-539D3B0B576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08098-2F67-5234-6122-E59CB3D46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552CA-614B-BB72-DD57-55B7F0D5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3BA8-9E09-4AE2-92E5-09E47D5C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90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C5ABD8-4EB9-FC58-E6DF-E803D04B5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61E-CFC8-4EE1-9463-539D3B0B576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57B7C-CF78-9305-32EB-6EF1CFDCC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802EE-F19B-816B-56D1-5BCFFF4B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3BA8-9E09-4AE2-92E5-09E47D5C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986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9050-E273-48BE-56F4-B2791477F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6E293-F41F-E85B-9075-15F1DEEB8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8426F-0940-DEA8-F065-A0A0B37B5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A12F2-71D6-EA34-00FE-3CA532199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61E-CFC8-4EE1-9463-539D3B0B576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E0B38-B3B6-325C-FDF3-265C2EA5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0C13A-B922-2DC0-DC03-92F3A27F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3BA8-9E09-4AE2-92E5-09E47D5C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05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A8515-0EAA-CFE7-B371-977296EE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8096D1-CA84-6028-13B2-4023F20D7B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51BCC-2E66-10AF-A759-ADBCFE288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C73A8-7DCF-3A80-E658-E896D1AFB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61E-CFC8-4EE1-9463-539D3B0B576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0F8E7-A1AE-191D-8F6E-9CFC4E6C0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D7CBB-54B4-7C00-A9C3-6AF32340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3BA8-9E09-4AE2-92E5-09E47D5C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25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24988-2BB8-DAFB-BF78-18B1BA4DF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D4E98-B329-89DF-0A88-1BDE3E019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E5044-69CA-6775-2746-8F126421F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61E-CFC8-4EE1-9463-539D3B0B576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9C2DC-BBCB-514A-27B9-C1BA1F4C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5CDFD-9277-98F1-D762-88000605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3BA8-9E09-4AE2-92E5-09E47D5C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71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110C2-FD96-879B-D5CB-0E4ACECA50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D94724-1767-9598-0F4B-CE94E845D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26BD1-C550-B246-C8CB-AEA34D0D1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61E-CFC8-4EE1-9463-539D3B0B576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F1520-91D3-97F3-CF1C-E58221AC8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BB97A-D9A5-DAF9-44C3-1A8AE02E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3BA8-9E09-4AE2-92E5-09E47D5C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4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CBC79E-1B80-17BA-6409-E7F0DE313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7D0FA-E0C2-E62C-D6FE-F7CEC237E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6194C-053D-9546-37EA-4B6C9188F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6261E-CFC8-4EE1-9463-539D3B0B576A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642D5-899E-5C21-E99D-16EDB8193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0FC66-0591-5D44-5D3C-2D0EA428F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93BA8-9E09-4AE2-92E5-09E47D5CD8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0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4FBE6-0D62-0DD0-36F3-6525DC9DB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527" y="255648"/>
            <a:ext cx="9144000" cy="1545389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DNS </a:t>
            </a:r>
            <a:r>
              <a:rPr lang="en-US" sz="4400" b="1" dirty="0" err="1">
                <a:solidFill>
                  <a:srgbClr val="FF0000"/>
                </a:solidFill>
              </a:rPr>
              <a:t>və</a:t>
            </a:r>
            <a:r>
              <a:rPr lang="en-US" sz="4400" b="1" dirty="0">
                <a:solidFill>
                  <a:srgbClr val="FF0000"/>
                </a:solidFill>
              </a:rPr>
              <a:t> DHCP (</a:t>
            </a:r>
            <a:r>
              <a:rPr lang="en-US" sz="4400" b="1" dirty="0" err="1">
                <a:solidFill>
                  <a:srgbClr val="FF0000"/>
                </a:solidFill>
              </a:rPr>
              <a:t>Şəbəkənin</a:t>
            </a:r>
            <a:r>
              <a:rPr lang="en-US" sz="4400" b="1" dirty="0">
                <a:solidFill>
                  <a:srgbClr val="FF0000"/>
                </a:solidFill>
              </a:rPr>
              <a:t> Ad </a:t>
            </a:r>
            <a:r>
              <a:rPr lang="en-US" sz="4400" b="1" dirty="0" err="1">
                <a:solidFill>
                  <a:srgbClr val="FF0000"/>
                </a:solidFill>
              </a:rPr>
              <a:t>və</a:t>
            </a:r>
            <a:r>
              <a:rPr lang="en-US" sz="4400" b="1" dirty="0">
                <a:solidFill>
                  <a:srgbClr val="FF0000"/>
                </a:solidFill>
              </a:rPr>
              <a:t> IP </a:t>
            </a:r>
            <a:r>
              <a:rPr lang="en-US" sz="4400" b="1" dirty="0" err="1">
                <a:solidFill>
                  <a:srgbClr val="FF0000"/>
                </a:solidFill>
              </a:rPr>
              <a:t>Paylama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>
                <a:solidFill>
                  <a:srgbClr val="FF0000"/>
                </a:solidFill>
              </a:rPr>
              <a:t>Sistemi</a:t>
            </a:r>
            <a:r>
              <a:rPr lang="en-US" sz="44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277B0A-81D4-828D-FE7B-11F3518D8ECF}"/>
              </a:ext>
            </a:extLst>
          </p:cNvPr>
          <p:cNvSpPr txBox="1"/>
          <p:nvPr/>
        </p:nvSpPr>
        <p:spPr>
          <a:xfrm>
            <a:off x="685799" y="2014933"/>
            <a:ext cx="1117733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DNS (Domain Name System) — </a:t>
            </a:r>
            <a:r>
              <a:rPr lang="en-US" b="1" dirty="0" err="1">
                <a:solidFill>
                  <a:srgbClr val="FF0000"/>
                </a:solidFill>
              </a:rPr>
              <a:t>İnternetin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Telefon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Kitabçası</a:t>
            </a:r>
            <a:endParaRPr lang="en-US" b="1" dirty="0">
              <a:solidFill>
                <a:srgbClr val="FF0000"/>
              </a:solidFill>
            </a:endParaRPr>
          </a:p>
          <a:p>
            <a:endParaRPr lang="az-Latn-AZ" dirty="0"/>
          </a:p>
          <a:p>
            <a:r>
              <a:rPr lang="en-US" dirty="0" err="1"/>
              <a:t>Kompüterlər</a:t>
            </a:r>
            <a:r>
              <a:rPr lang="en-US" dirty="0"/>
              <a:t> </a:t>
            </a:r>
            <a:r>
              <a:rPr lang="en-US" dirty="0" err="1"/>
              <a:t>bir-biri</a:t>
            </a:r>
            <a:r>
              <a:rPr lang="en-US" dirty="0"/>
              <a:t> </a:t>
            </a:r>
            <a:r>
              <a:rPr lang="en-US" dirty="0" err="1"/>
              <a:t>ilə</a:t>
            </a:r>
            <a:r>
              <a:rPr lang="en-US" dirty="0"/>
              <a:t> IP </a:t>
            </a:r>
            <a:r>
              <a:rPr lang="en-US" dirty="0" err="1"/>
              <a:t>ünvanları</a:t>
            </a:r>
            <a:r>
              <a:rPr lang="en-US" dirty="0"/>
              <a:t> (</a:t>
            </a:r>
            <a:r>
              <a:rPr lang="en-US" dirty="0" err="1"/>
              <a:t>məsələn</a:t>
            </a:r>
            <a:r>
              <a:rPr lang="en-US" dirty="0"/>
              <a:t>, 192.168.1.10) </a:t>
            </a:r>
            <a:r>
              <a:rPr lang="en-US" dirty="0" err="1"/>
              <a:t>vasitəsilə</a:t>
            </a:r>
            <a:r>
              <a:rPr lang="en-US" dirty="0"/>
              <a:t> </a:t>
            </a:r>
            <a:r>
              <a:rPr lang="en-US" dirty="0" err="1"/>
              <a:t>danışır</a:t>
            </a:r>
            <a:r>
              <a:rPr lang="en-US" dirty="0"/>
              <a:t>, </a:t>
            </a:r>
            <a:r>
              <a:rPr lang="en-US" dirty="0" err="1"/>
              <a:t>insanlar</a:t>
            </a:r>
            <a:r>
              <a:rPr lang="en-US" dirty="0"/>
              <a:t> </a:t>
            </a:r>
            <a:r>
              <a:rPr lang="en-US" dirty="0" err="1"/>
              <a:t>isə</a:t>
            </a:r>
            <a:r>
              <a:rPr lang="en-US" dirty="0"/>
              <a:t> </a:t>
            </a:r>
            <a:r>
              <a:rPr lang="en-US" dirty="0" err="1"/>
              <a:t>adları</a:t>
            </a:r>
            <a:r>
              <a:rPr lang="en-US" dirty="0"/>
              <a:t> (google.com) yadda </a:t>
            </a:r>
            <a:r>
              <a:rPr lang="en-US" dirty="0" err="1"/>
              <a:t>saxlayır</a:t>
            </a:r>
            <a:r>
              <a:rPr lang="en-US" dirty="0"/>
              <a:t>. DNS-in </a:t>
            </a:r>
            <a:r>
              <a:rPr lang="en-US" dirty="0" err="1"/>
              <a:t>yeganə</a:t>
            </a:r>
            <a:r>
              <a:rPr lang="en-US" dirty="0"/>
              <a:t> </a:t>
            </a:r>
            <a:r>
              <a:rPr lang="en-US" dirty="0" err="1"/>
              <a:t>vəzifəsi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adları</a:t>
            </a:r>
            <a:r>
              <a:rPr lang="en-US" dirty="0"/>
              <a:t> IP </a:t>
            </a:r>
            <a:r>
              <a:rPr lang="en-US" dirty="0" err="1"/>
              <a:t>ünvanlarına</a:t>
            </a:r>
            <a:r>
              <a:rPr lang="en-US" dirty="0"/>
              <a:t> </a:t>
            </a:r>
            <a:r>
              <a:rPr lang="en-US" dirty="0" err="1"/>
              <a:t>çevirməkdir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SysAdmin</a:t>
            </a:r>
            <a:r>
              <a:rPr lang="en-US" dirty="0"/>
              <a:t> </a:t>
            </a:r>
            <a:r>
              <a:rPr lang="en-US" dirty="0" err="1"/>
              <a:t>olaraq</a:t>
            </a:r>
            <a:r>
              <a:rPr lang="en-US" dirty="0"/>
              <a:t> </a:t>
            </a:r>
            <a:r>
              <a:rPr lang="en-US" dirty="0" err="1"/>
              <a:t>bilməli</a:t>
            </a:r>
            <a:r>
              <a:rPr lang="en-US" dirty="0"/>
              <a:t> </a:t>
            </a:r>
            <a:r>
              <a:rPr lang="en-US" dirty="0" err="1"/>
              <a:t>olduğunuz</a:t>
            </a:r>
            <a:r>
              <a:rPr lang="en-US" dirty="0"/>
              <a:t> Kritik DNS </a:t>
            </a:r>
            <a:r>
              <a:rPr lang="en-US" dirty="0" err="1"/>
              <a:t>Rekord</a:t>
            </a:r>
            <a:r>
              <a:rPr lang="en-US" dirty="0"/>
              <a:t> </a:t>
            </a:r>
            <a:r>
              <a:rPr lang="en-US" dirty="0" err="1"/>
              <a:t>Tipləri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A </a:t>
            </a:r>
            <a:r>
              <a:rPr lang="en-US" dirty="0" err="1">
                <a:solidFill>
                  <a:srgbClr val="FF0000"/>
                </a:solidFill>
              </a:rPr>
              <a:t>Rekordu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Domain </a:t>
            </a:r>
            <a:r>
              <a:rPr lang="en-US" dirty="0" err="1"/>
              <a:t>adını</a:t>
            </a:r>
            <a:r>
              <a:rPr lang="en-US" dirty="0"/>
              <a:t> </a:t>
            </a:r>
            <a:r>
              <a:rPr lang="en-US" dirty="0" err="1"/>
              <a:t>birbaşa</a:t>
            </a:r>
            <a:r>
              <a:rPr lang="en-US" dirty="0"/>
              <a:t> IPv4 </a:t>
            </a:r>
            <a:r>
              <a:rPr lang="en-US" dirty="0" err="1"/>
              <a:t>ünvanına</a:t>
            </a:r>
            <a:r>
              <a:rPr lang="en-US" dirty="0"/>
              <a:t> </a:t>
            </a:r>
            <a:r>
              <a:rPr lang="en-US" dirty="0" err="1"/>
              <a:t>bağlayır</a:t>
            </a:r>
            <a:r>
              <a:rPr lang="en-US" dirty="0"/>
              <a:t> (</a:t>
            </a:r>
            <a:r>
              <a:rPr lang="en-US" dirty="0" err="1"/>
              <a:t>Məsələn</a:t>
            </a:r>
            <a:r>
              <a:rPr lang="en-US" dirty="0"/>
              <a:t>: </a:t>
            </a:r>
            <a:r>
              <a:rPr lang="en-US" dirty="0" err="1"/>
              <a:t>webserver.local</a:t>
            </a:r>
            <a:r>
              <a:rPr lang="en-US" dirty="0"/>
              <a:t> -&gt; 192.168.10.10).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CNAME (Canonical Name): </a:t>
            </a:r>
            <a:r>
              <a:rPr lang="en-US" dirty="0"/>
              <a:t>Bir domain </a:t>
            </a:r>
            <a:r>
              <a:rPr lang="en-US" dirty="0" err="1"/>
              <a:t>adını</a:t>
            </a:r>
            <a:r>
              <a:rPr lang="en-US" dirty="0"/>
              <a:t> </a:t>
            </a:r>
            <a:r>
              <a:rPr lang="en-US" dirty="0" err="1"/>
              <a:t>digər</a:t>
            </a:r>
            <a:r>
              <a:rPr lang="en-US" dirty="0"/>
              <a:t> </a:t>
            </a:r>
            <a:r>
              <a:rPr lang="en-US" dirty="0" err="1"/>
              <a:t>adla</a:t>
            </a:r>
            <a:r>
              <a:rPr lang="en-US" dirty="0"/>
              <a:t> </a:t>
            </a:r>
            <a:r>
              <a:rPr lang="en-US" dirty="0" err="1"/>
              <a:t>əvəzləyir</a:t>
            </a:r>
            <a:r>
              <a:rPr lang="en-US" dirty="0"/>
              <a:t> (</a:t>
            </a:r>
            <a:r>
              <a:rPr lang="en-US" dirty="0" err="1"/>
              <a:t>ləqəb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). </a:t>
            </a:r>
            <a:r>
              <a:rPr lang="en-US" dirty="0" err="1"/>
              <a:t>Məsələn</a:t>
            </a:r>
            <a:r>
              <a:rPr lang="en-US" dirty="0"/>
              <a:t>, www.sizinshirket.com </a:t>
            </a:r>
            <a:r>
              <a:rPr lang="en-US" dirty="0" err="1"/>
              <a:t>adını</a:t>
            </a:r>
            <a:r>
              <a:rPr lang="en-US" dirty="0"/>
              <a:t> sizinshirket.com </a:t>
            </a:r>
            <a:r>
              <a:rPr lang="en-US" dirty="0" err="1"/>
              <a:t>əsas</a:t>
            </a:r>
            <a:r>
              <a:rPr lang="en-US" dirty="0"/>
              <a:t> </a:t>
            </a:r>
            <a:r>
              <a:rPr lang="en-US" dirty="0" err="1"/>
              <a:t>adına</a:t>
            </a:r>
            <a:r>
              <a:rPr lang="en-US" dirty="0"/>
              <a:t> </a:t>
            </a:r>
            <a:r>
              <a:rPr lang="en-US" dirty="0" err="1"/>
              <a:t>yönləndirir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PTR (Pointer) </a:t>
            </a:r>
            <a:r>
              <a:rPr lang="en-US" dirty="0" err="1">
                <a:solidFill>
                  <a:srgbClr val="FF0000"/>
                </a:solidFill>
              </a:rPr>
              <a:t>Rekordu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"Reverse DNS" </a:t>
            </a:r>
            <a:r>
              <a:rPr lang="en-US" dirty="0" err="1"/>
              <a:t>adlanır</a:t>
            </a:r>
            <a:r>
              <a:rPr lang="en-US" dirty="0"/>
              <a:t>. IP </a:t>
            </a:r>
            <a:r>
              <a:rPr lang="en-US" dirty="0" err="1"/>
              <a:t>ünvanını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çevirir</a:t>
            </a:r>
            <a:r>
              <a:rPr lang="en-US" dirty="0"/>
              <a:t> (A </a:t>
            </a:r>
            <a:r>
              <a:rPr lang="en-US" dirty="0" err="1"/>
              <a:t>rekordunun</a:t>
            </a:r>
            <a:r>
              <a:rPr lang="en-US" dirty="0"/>
              <a:t> tam </a:t>
            </a:r>
            <a:r>
              <a:rPr lang="en-US" dirty="0" err="1"/>
              <a:t>tərsi</a:t>
            </a:r>
            <a:r>
              <a:rPr lang="en-US" dirty="0"/>
              <a:t>). </a:t>
            </a:r>
            <a:r>
              <a:rPr lang="en-US" dirty="0" err="1"/>
              <a:t>Xüsusilə</a:t>
            </a:r>
            <a:r>
              <a:rPr lang="en-US" dirty="0"/>
              <a:t> mail </a:t>
            </a:r>
            <a:r>
              <a:rPr lang="en-US" dirty="0" err="1"/>
              <a:t>serverlərin</a:t>
            </a:r>
            <a:r>
              <a:rPr lang="en-US" dirty="0"/>
              <a:t> </a:t>
            </a:r>
            <a:r>
              <a:rPr lang="en-US" dirty="0" err="1"/>
              <a:t>təhlükəsizliyi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vacibdir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9599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E25C2-477C-60FA-6B04-D89CCD5D5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Terminalda</a:t>
            </a:r>
            <a:r>
              <a:rPr lang="en-US" b="1" dirty="0">
                <a:solidFill>
                  <a:srgbClr val="FF0000"/>
                </a:solidFill>
              </a:rPr>
              <a:t> DNS Analiz </a:t>
            </a:r>
            <a:r>
              <a:rPr lang="en-US" b="1" dirty="0" err="1">
                <a:solidFill>
                  <a:srgbClr val="FF0000"/>
                </a:solidFill>
              </a:rPr>
              <a:t>Komandalar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B8D0DA-B4FD-167C-226E-FA4894AF3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0027"/>
            <a:ext cx="4417222" cy="19988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3A44AF-51BE-8D20-BD0D-934C3C4C9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563" y="1690688"/>
            <a:ext cx="4452753" cy="46362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50164F-4D1E-3161-43C7-19AA0990065C}"/>
              </a:ext>
            </a:extLst>
          </p:cNvPr>
          <p:cNvSpPr txBox="1"/>
          <p:nvPr/>
        </p:nvSpPr>
        <p:spPr>
          <a:xfrm>
            <a:off x="838200" y="3954053"/>
            <a:ext cx="44172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nslookup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885E5C-5D14-1269-C3CA-892E667C4F93}"/>
              </a:ext>
            </a:extLst>
          </p:cNvPr>
          <p:cNvSpPr txBox="1"/>
          <p:nvPr/>
        </p:nvSpPr>
        <p:spPr>
          <a:xfrm>
            <a:off x="5143891" y="5619090"/>
            <a:ext cx="11790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dig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35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75081-1F3A-1E18-E705-0AAD0D162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DHCP (Dynamic Host Configuration Protocol)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B8FFB-A4BE-9B9F-F2AD-EF4EA1EFA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3583"/>
            <a:ext cx="499711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Şəbəkəyə</a:t>
            </a:r>
            <a:r>
              <a:rPr lang="en-US" dirty="0"/>
              <a:t> </a:t>
            </a:r>
            <a:r>
              <a:rPr lang="en-US" dirty="0" err="1"/>
              <a:t>hər</a:t>
            </a:r>
            <a:r>
              <a:rPr lang="en-US" dirty="0"/>
              <a:t> yeni </a:t>
            </a:r>
            <a:r>
              <a:rPr lang="en-US" dirty="0" err="1"/>
              <a:t>kompüter</a:t>
            </a:r>
            <a:r>
              <a:rPr lang="en-US" dirty="0"/>
              <a:t> </a:t>
            </a:r>
            <a:r>
              <a:rPr lang="en-US" dirty="0" err="1"/>
              <a:t>qoşulanda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əllə</a:t>
            </a:r>
            <a:r>
              <a:rPr lang="en-US" dirty="0"/>
              <a:t> IP </a:t>
            </a:r>
            <a:r>
              <a:rPr lang="en-US" dirty="0" err="1"/>
              <a:t>yazmaq</a:t>
            </a:r>
            <a:r>
              <a:rPr lang="en-US" dirty="0"/>
              <a:t> </a:t>
            </a:r>
            <a:r>
              <a:rPr lang="en-US" dirty="0" err="1"/>
              <a:t>SysAdmin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vaxt</a:t>
            </a:r>
            <a:r>
              <a:rPr lang="en-US" dirty="0"/>
              <a:t> </a:t>
            </a:r>
            <a:r>
              <a:rPr lang="en-US" dirty="0" err="1"/>
              <a:t>itkisidir</a:t>
            </a:r>
            <a:r>
              <a:rPr lang="en-US" dirty="0"/>
              <a:t>. DHCP server </a:t>
            </a:r>
            <a:r>
              <a:rPr lang="en-US" dirty="0" err="1"/>
              <a:t>şəbəkədəki</a:t>
            </a:r>
            <a:r>
              <a:rPr lang="en-US" dirty="0"/>
              <a:t> </a:t>
            </a:r>
            <a:r>
              <a:rPr lang="en-US" dirty="0" err="1"/>
              <a:t>cihazlara</a:t>
            </a:r>
            <a:r>
              <a:rPr lang="en-US" dirty="0"/>
              <a:t> </a:t>
            </a:r>
            <a:r>
              <a:rPr lang="en-US" dirty="0" err="1"/>
              <a:t>avtomatik</a:t>
            </a:r>
            <a:r>
              <a:rPr lang="en-US" dirty="0"/>
              <a:t> </a:t>
            </a:r>
            <a:r>
              <a:rPr lang="en-US" dirty="0" err="1"/>
              <a:t>olaraq</a:t>
            </a:r>
            <a:r>
              <a:rPr lang="en-US" dirty="0"/>
              <a:t> IP </a:t>
            </a:r>
            <a:r>
              <a:rPr lang="en-US" dirty="0" err="1"/>
              <a:t>ünvanı</a:t>
            </a:r>
            <a:r>
              <a:rPr lang="en-US" dirty="0"/>
              <a:t>, Subnet Mask, Gateway </a:t>
            </a:r>
            <a:r>
              <a:rPr lang="en-US" dirty="0" err="1"/>
              <a:t>və</a:t>
            </a:r>
            <a:r>
              <a:rPr lang="en-US" dirty="0"/>
              <a:t> DNS server </a:t>
            </a:r>
            <a:r>
              <a:rPr lang="en-US" dirty="0" err="1"/>
              <a:t>məlumatlarını</a:t>
            </a:r>
            <a:r>
              <a:rPr lang="en-US" dirty="0"/>
              <a:t> </a:t>
            </a:r>
            <a:r>
              <a:rPr lang="en-US" dirty="0" err="1"/>
              <a:t>paylayır</a:t>
            </a:r>
            <a:r>
              <a:rPr lang="en-US" dirty="0"/>
              <a:t>.</a:t>
            </a:r>
          </a:p>
        </p:txBody>
      </p:sp>
      <p:pic>
        <p:nvPicPr>
          <p:cNvPr id="1026" name="Picture 2" descr="What is DHCP? What is its function and how does it work?">
            <a:extLst>
              <a:ext uri="{FF2B5EF4-FFF2-40B4-BE49-F238E27FC236}">
                <a16:creationId xmlns:a16="http://schemas.microsoft.com/office/drawing/2014/main" id="{0C6C6330-7687-28BE-E106-A11F83C95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316" y="2063583"/>
            <a:ext cx="5983881" cy="335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571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0A9E-517F-1FC1-F47B-6F6D49D6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DHCP-</a:t>
            </a:r>
            <a:r>
              <a:rPr lang="en-US" b="1" dirty="0" err="1">
                <a:solidFill>
                  <a:srgbClr val="FF0000"/>
                </a:solidFill>
              </a:rPr>
              <a:t>nin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İşləmə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Mexanizmi</a:t>
            </a:r>
            <a:r>
              <a:rPr lang="en-US" b="1" dirty="0">
                <a:solidFill>
                  <a:srgbClr val="FF0000"/>
                </a:solidFill>
              </a:rPr>
              <a:t> (DORA </a:t>
            </a:r>
            <a:r>
              <a:rPr lang="en-US" b="1" dirty="0" err="1">
                <a:solidFill>
                  <a:srgbClr val="FF0000"/>
                </a:solidFill>
              </a:rPr>
              <a:t>Prosesi</a:t>
            </a:r>
            <a:r>
              <a:rPr lang="en-US" b="1" dirty="0">
                <a:solidFill>
                  <a:srgbClr val="FF0000"/>
                </a:solidFill>
              </a:rPr>
              <a:t>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DE297-4F96-7E09-0231-22F5F9DE7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DHCP IP </a:t>
            </a:r>
            <a:r>
              <a:rPr lang="en-US" dirty="0" err="1"/>
              <a:t>ünvanını</a:t>
            </a:r>
            <a:r>
              <a:rPr lang="en-US" dirty="0"/>
              <a:t> 4 </a:t>
            </a:r>
            <a:r>
              <a:rPr lang="en-US" dirty="0" err="1"/>
              <a:t>addımda</a:t>
            </a:r>
            <a:r>
              <a:rPr lang="en-US" dirty="0"/>
              <a:t> </a:t>
            </a:r>
            <a:r>
              <a:rPr lang="en-US" dirty="0" err="1"/>
              <a:t>təyin</a:t>
            </a:r>
            <a:r>
              <a:rPr lang="en-US" dirty="0"/>
              <a:t> </a:t>
            </a:r>
            <a:r>
              <a:rPr lang="en-US" dirty="0" err="1"/>
              <a:t>edir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D - Discover (</a:t>
            </a:r>
            <a:r>
              <a:rPr lang="en-US" dirty="0" err="1">
                <a:solidFill>
                  <a:srgbClr val="FF0000"/>
                </a:solidFill>
              </a:rPr>
              <a:t>Kəşf</a:t>
            </a:r>
            <a:r>
              <a:rPr lang="en-US" dirty="0">
                <a:solidFill>
                  <a:srgbClr val="FF0000"/>
                </a:solidFill>
              </a:rPr>
              <a:t>): </a:t>
            </a:r>
            <a:r>
              <a:rPr lang="en-US" dirty="0" err="1"/>
              <a:t>Kliyent</a:t>
            </a:r>
            <a:r>
              <a:rPr lang="en-US" dirty="0"/>
              <a:t> </a:t>
            </a:r>
            <a:r>
              <a:rPr lang="en-US" dirty="0" err="1"/>
              <a:t>şəbəkəyə</a:t>
            </a:r>
            <a:r>
              <a:rPr lang="en-US" dirty="0"/>
              <a:t> </a:t>
            </a:r>
            <a:r>
              <a:rPr lang="en-US" dirty="0" err="1"/>
              <a:t>qoşulur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"</a:t>
            </a:r>
            <a:r>
              <a:rPr lang="en-US" dirty="0" err="1"/>
              <a:t>Şəbəkədə</a:t>
            </a:r>
            <a:r>
              <a:rPr lang="en-US" dirty="0"/>
              <a:t> DHCP server var?" </a:t>
            </a:r>
            <a:r>
              <a:rPr lang="en-US" dirty="0" err="1"/>
              <a:t>deyə</a:t>
            </a:r>
            <a:r>
              <a:rPr lang="en-US" dirty="0"/>
              <a:t> </a:t>
            </a:r>
            <a:r>
              <a:rPr lang="en-US" dirty="0" err="1"/>
              <a:t>hamıya</a:t>
            </a:r>
            <a:r>
              <a:rPr lang="en-US" dirty="0"/>
              <a:t> (Broadcast) </a:t>
            </a:r>
            <a:r>
              <a:rPr lang="en-US" dirty="0" err="1"/>
              <a:t>haray</a:t>
            </a:r>
            <a:r>
              <a:rPr lang="en-US" dirty="0"/>
              <a:t> </a:t>
            </a:r>
            <a:r>
              <a:rPr lang="en-US" dirty="0" err="1"/>
              <a:t>salır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O - Offer (</a:t>
            </a:r>
            <a:r>
              <a:rPr lang="en-US" dirty="0" err="1">
                <a:solidFill>
                  <a:srgbClr val="FF0000"/>
                </a:solidFill>
              </a:rPr>
              <a:t>Təklif</a:t>
            </a:r>
            <a:r>
              <a:rPr lang="en-US" dirty="0">
                <a:solidFill>
                  <a:srgbClr val="FF0000"/>
                </a:solidFill>
              </a:rPr>
              <a:t>): </a:t>
            </a:r>
            <a:r>
              <a:rPr lang="en-US" dirty="0"/>
              <a:t>DHCP server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harayı</a:t>
            </a:r>
            <a:r>
              <a:rPr lang="en-US" dirty="0"/>
              <a:t> </a:t>
            </a:r>
            <a:r>
              <a:rPr lang="en-US" dirty="0" err="1"/>
              <a:t>eşidir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kliyentə</a:t>
            </a:r>
            <a:r>
              <a:rPr lang="en-US" dirty="0"/>
              <a:t> </a:t>
            </a:r>
            <a:r>
              <a:rPr lang="en-US" dirty="0" err="1"/>
              <a:t>boş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IP </a:t>
            </a:r>
            <a:r>
              <a:rPr lang="en-US" dirty="0" err="1"/>
              <a:t>ünvanı</a:t>
            </a:r>
            <a:r>
              <a:rPr lang="en-US" dirty="0"/>
              <a:t> </a:t>
            </a:r>
            <a:r>
              <a:rPr lang="en-US" dirty="0" err="1"/>
              <a:t>təklif</a:t>
            </a:r>
            <a:r>
              <a:rPr lang="en-US" dirty="0"/>
              <a:t> </a:t>
            </a:r>
            <a:r>
              <a:rPr lang="en-US" dirty="0" err="1"/>
              <a:t>edir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R - Request (</a:t>
            </a:r>
            <a:r>
              <a:rPr lang="en-US" dirty="0" err="1">
                <a:solidFill>
                  <a:srgbClr val="FF0000"/>
                </a:solidFill>
              </a:rPr>
              <a:t>Sorğu</a:t>
            </a:r>
            <a:r>
              <a:rPr lang="en-US" dirty="0">
                <a:solidFill>
                  <a:srgbClr val="FF0000"/>
                </a:solidFill>
              </a:rPr>
              <a:t>): </a:t>
            </a:r>
            <a:r>
              <a:rPr lang="en-US" dirty="0" err="1"/>
              <a:t>Kliyent</a:t>
            </a:r>
            <a:r>
              <a:rPr lang="en-US" dirty="0"/>
              <a:t> IP-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bəyənir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"</a:t>
            </a:r>
            <a:r>
              <a:rPr lang="en-US" dirty="0" err="1"/>
              <a:t>Mən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IP-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götürmək</a:t>
            </a:r>
            <a:r>
              <a:rPr lang="en-US" dirty="0"/>
              <a:t> </a:t>
            </a:r>
            <a:r>
              <a:rPr lang="en-US" dirty="0" err="1"/>
              <a:t>istəyirəm</a:t>
            </a:r>
            <a:r>
              <a:rPr lang="en-US" dirty="0"/>
              <a:t>" </a:t>
            </a:r>
            <a:r>
              <a:rPr lang="en-US" dirty="0" err="1"/>
              <a:t>deyə</a:t>
            </a:r>
            <a:r>
              <a:rPr lang="en-US" dirty="0"/>
              <a:t> </a:t>
            </a:r>
            <a:r>
              <a:rPr lang="en-US" dirty="0" err="1"/>
              <a:t>rəsmi</a:t>
            </a:r>
            <a:r>
              <a:rPr lang="en-US" dirty="0"/>
              <a:t> </a:t>
            </a:r>
            <a:r>
              <a:rPr lang="en-US" dirty="0" err="1"/>
              <a:t>sorğu</a:t>
            </a:r>
            <a:r>
              <a:rPr lang="en-US" dirty="0"/>
              <a:t> </a:t>
            </a:r>
            <a:r>
              <a:rPr lang="en-US" dirty="0" err="1"/>
              <a:t>göndərir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A - Acknowledge (</a:t>
            </a:r>
            <a:r>
              <a:rPr lang="en-US" dirty="0" err="1">
                <a:solidFill>
                  <a:srgbClr val="FF0000"/>
                </a:solidFill>
              </a:rPr>
              <a:t>Təsdiq</a:t>
            </a:r>
            <a:r>
              <a:rPr lang="en-US" dirty="0">
                <a:solidFill>
                  <a:srgbClr val="FF0000"/>
                </a:solidFill>
              </a:rPr>
              <a:t>): </a:t>
            </a:r>
            <a:r>
              <a:rPr lang="en-US" dirty="0"/>
              <a:t>DHCP server IP-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həmin</a:t>
            </a:r>
            <a:r>
              <a:rPr lang="en-US" dirty="0"/>
              <a:t> </a:t>
            </a:r>
            <a:r>
              <a:rPr lang="en-US" dirty="0" err="1"/>
              <a:t>cihaz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qeydə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 (</a:t>
            </a:r>
            <a:r>
              <a:rPr lang="en-US" dirty="0" err="1"/>
              <a:t>icarəyə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 - Lease)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təsdiqləyir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3365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290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DNS və DHCP (Şəbəkənin Ad və IP Paylama Sistemi)</vt:lpstr>
      <vt:lpstr>Terminalda DNS Analiz Komandalar</vt:lpstr>
      <vt:lpstr>DHCP (Dynamic Host Configuration Protocol)</vt:lpstr>
      <vt:lpstr>DHCP-nin İşləmə Mexanizmi (DORA Prosesi):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1</cp:revision>
  <dcterms:created xsi:type="dcterms:W3CDTF">2026-05-31T10:44:32Z</dcterms:created>
  <dcterms:modified xsi:type="dcterms:W3CDTF">2026-05-31T11:01:46Z</dcterms:modified>
</cp:coreProperties>
</file>