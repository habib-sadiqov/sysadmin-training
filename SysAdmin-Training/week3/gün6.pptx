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1D34-48BB-536E-14DB-665833F4B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4773D-FECB-2785-357A-55E66436B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35163-0EBD-7CD7-6248-E174C5EA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107A8-550A-8D13-0E6F-90EA7D2F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03EC-5022-0CA5-8BB0-64E2A650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0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1EB1-9BB5-2647-2D9A-9905F36B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C27CC-B8A0-9A8D-A514-F2FFC2BF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A1E7E-F2BE-A379-2797-9339989B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AAD4-9B89-0493-C8C7-E1E96962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90B4-63EA-3CAC-AB77-65D80588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5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3A7F-3078-080E-5201-30BE0403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F7685-0D26-FE34-825C-3A31DCE8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602B0-94A1-7891-A573-B93B6271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CB5D-C20F-1FB7-0628-8E48FF8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7978-5E2E-0E11-9984-B42C2929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6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B459-057C-4307-74C3-899AAA30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79FF-B05E-2C4C-679E-EA31641AB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27E46-9A28-D58B-4470-C133A80F8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8DEB9-84D4-05B4-B480-B8890DE0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1F60F-A285-3CED-1BDC-9856ECC2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5449C-A078-3573-6269-1401A2CF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2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7F4A-7BF3-6720-E805-23724973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83FA2-C7EB-7AE6-2256-5EE847409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4F89B-EC53-D74D-FA2A-EEE6C5F23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98F88-74CD-6C0B-40B2-2C3A4C819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E31D9-7AF4-1191-C289-391666F97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DD832-87A1-F753-2DD1-28CF269B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FB7F6-3C7C-565E-9DED-78FB22D2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C997C1-8D39-D734-3545-64B8F952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5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5E3C-D2B1-45D7-3104-5323D57B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A468B-63AB-6A27-BBD0-95BF39A3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E1B73-CFE9-1057-E954-5D0A17F8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40339-0659-7136-A77D-602D6C5A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1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4EDC0-D237-0B70-08C6-3E5D71BC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F7F82-7240-74EC-E273-F6F4AD59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9136C-0BFD-A076-56A2-82103C38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9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A7F4-3EE1-2269-AEDC-AA0C159E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8346-581B-B1F4-A42B-E8C1C81E3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F9954-1ECA-EAE9-5103-E349C8AE0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232B-C7DF-B2EF-953C-5355567B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A4063-464E-EDFE-9C22-210FFD79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2F56B-3A24-0AC5-C0A2-95952606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6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D876-C813-8A68-1B6C-9CB61936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5F369-48B5-1234-765F-2634D538A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B41C-58CF-4FAF-ED7B-2678E530E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DA12-DEA9-182D-278D-5ECD1ED8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480F7-A6A6-7230-4724-ECFD9EC4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56B57-6046-B5FC-5E36-0C04FD1F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9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72BE-09EB-CA30-9B04-BA145255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03310-8AEC-F6C9-C30E-922BEF884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688AE-E464-C434-3A6F-0016084D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81E8F-A46E-7ABE-939C-586F3437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63ED1-2C6C-402B-C061-0EA89B15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1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45ABC-064B-F9DA-0BDD-9A3DAD7D0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F8A16-858C-A243-ED81-AD2E963F9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4B28A-52AF-446D-E2EC-18874C84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82ED-D4A9-7C19-439D-9D135A53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D7CF4-C266-75DA-6CFC-CA5CBA96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6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16A42-0F89-5452-BE5C-61A5E9CE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A6794-C6F5-ADC6-C323-B2BAE0D7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A419A-A670-245E-0695-F7C6EA87C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7580A-6720-4859-9CE9-2A21C4689D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E9A60-A80D-45D2-F8E3-04D75C99F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6398-CDFC-0BE4-8BF3-4335416FD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955E7-59A1-48FC-8C39-F64E30941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7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812C-E8CD-CFB6-17FD-D11712A28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4707"/>
            <a:ext cx="9144000" cy="155603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Wireshark </a:t>
            </a:r>
            <a:r>
              <a:rPr lang="en-US" sz="5400" b="1" dirty="0" err="1">
                <a:solidFill>
                  <a:srgbClr val="FF0000"/>
                </a:solidFill>
              </a:rPr>
              <a:t>və</a:t>
            </a:r>
            <a:r>
              <a:rPr lang="en-US" sz="5400" b="1" dirty="0">
                <a:solidFill>
                  <a:srgbClr val="FF0000"/>
                </a:solidFill>
              </a:rPr>
              <a:t> Packet Capture (</a:t>
            </a:r>
            <a:r>
              <a:rPr lang="en-US" sz="5400" b="1" dirty="0" err="1">
                <a:solidFill>
                  <a:srgbClr val="FF0000"/>
                </a:solidFill>
              </a:rPr>
              <a:t>Şəbəkənin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Rentgeni</a:t>
            </a:r>
            <a:r>
              <a:rPr lang="en-US" sz="5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10261-8398-1993-D5FB-EFCCCE521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901" y="2891278"/>
            <a:ext cx="3741019" cy="2962391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problem </a:t>
            </a:r>
            <a:r>
              <a:rPr lang="en-US" dirty="0" err="1"/>
              <a:t>yaşandıqda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loqlar</a:t>
            </a:r>
            <a:r>
              <a:rPr lang="en-US" dirty="0"/>
              <a:t> </a:t>
            </a:r>
            <a:r>
              <a:rPr lang="en-US" dirty="0" err="1"/>
              <a:t>sizə</a:t>
            </a:r>
            <a:r>
              <a:rPr lang="en-US" dirty="0"/>
              <a:t> </a:t>
            </a:r>
            <a:r>
              <a:rPr lang="en-US" dirty="0" err="1"/>
              <a:t>kömək</a:t>
            </a:r>
            <a:r>
              <a:rPr lang="en-US" dirty="0"/>
              <a:t> </a:t>
            </a:r>
            <a:r>
              <a:rPr lang="en-US" dirty="0" err="1"/>
              <a:t>etmədikdə</a:t>
            </a:r>
            <a:r>
              <a:rPr lang="en-US" dirty="0"/>
              <a:t>, </a:t>
            </a:r>
            <a:r>
              <a:rPr lang="en-US" dirty="0" err="1"/>
              <a:t>yeganə</a:t>
            </a:r>
            <a:r>
              <a:rPr lang="en-US" dirty="0"/>
              <a:t> </a:t>
            </a:r>
            <a:r>
              <a:rPr lang="en-US" dirty="0" err="1"/>
              <a:t>çıxış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naqildən</a:t>
            </a:r>
            <a:r>
              <a:rPr lang="en-US" dirty="0"/>
              <a:t> </a:t>
            </a:r>
            <a:r>
              <a:rPr lang="en-US" dirty="0" err="1"/>
              <a:t>keçən</a:t>
            </a:r>
            <a:r>
              <a:rPr lang="en-US" dirty="0"/>
              <a:t> </a:t>
            </a:r>
            <a:r>
              <a:rPr lang="en-US" dirty="0" err="1"/>
              <a:t>paketləri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tutub</a:t>
            </a:r>
            <a:r>
              <a:rPr lang="en-US" dirty="0"/>
              <a:t> </a:t>
            </a:r>
            <a:r>
              <a:rPr lang="en-US" dirty="0" err="1"/>
              <a:t>oxumaqdır</a:t>
            </a:r>
            <a:r>
              <a:rPr lang="en-US" dirty="0"/>
              <a:t> (Packet Capture). </a:t>
            </a:r>
          </a:p>
        </p:txBody>
      </p:sp>
      <p:pic>
        <p:nvPicPr>
          <p:cNvPr id="1026" name="Picture 2" descr="Wireshark Hi-Res Logo Square&quot; Magnet for Sale by adidabu | Redbubble">
            <a:extLst>
              <a:ext uri="{FF2B5EF4-FFF2-40B4-BE49-F238E27FC236}">
                <a16:creationId xmlns:a16="http://schemas.microsoft.com/office/drawing/2014/main" id="{E6D95869-D7CC-557C-86B8-6783F8732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439" y="2589194"/>
            <a:ext cx="3264475" cy="32644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37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2D67-6F4D-161D-C234-DD38812C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tcpdump</a:t>
            </a:r>
            <a:r>
              <a:rPr lang="en-US" b="1" dirty="0">
                <a:solidFill>
                  <a:srgbClr val="FF0000"/>
                </a:solidFill>
              </a:rPr>
              <a:t> (Terminal </a:t>
            </a:r>
            <a:r>
              <a:rPr lang="en-US" b="1" dirty="0" err="1">
                <a:solidFill>
                  <a:srgbClr val="FF0000"/>
                </a:solidFill>
              </a:rPr>
              <a:t>Mühiti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Üçün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6F71-7D73-61F8-AC80-357B5EA15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Ubuntu </a:t>
            </a:r>
            <a:r>
              <a:rPr lang="en-US" dirty="0" err="1"/>
              <a:t>Serverinizdə</a:t>
            </a:r>
            <a:r>
              <a:rPr lang="en-US" dirty="0"/>
              <a:t> </a:t>
            </a:r>
            <a:r>
              <a:rPr lang="en-US" dirty="0" err="1"/>
              <a:t>qrafik</a:t>
            </a:r>
            <a:r>
              <a:rPr lang="en-US" dirty="0"/>
              <a:t> </a:t>
            </a:r>
            <a:r>
              <a:rPr lang="en-US" dirty="0" err="1"/>
              <a:t>interfeys</a:t>
            </a:r>
            <a:r>
              <a:rPr lang="en-US" dirty="0"/>
              <a:t> (GUI) </a:t>
            </a:r>
            <a:r>
              <a:rPr lang="en-US" dirty="0" err="1"/>
              <a:t>olmadığı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paketləri</a:t>
            </a:r>
            <a:r>
              <a:rPr lang="en-US" dirty="0"/>
              <a:t> </a:t>
            </a:r>
            <a:r>
              <a:rPr lang="en-US" dirty="0" err="1"/>
              <a:t>terminalda</a:t>
            </a:r>
            <a:r>
              <a:rPr lang="en-US" dirty="0"/>
              <a:t> </a:t>
            </a:r>
            <a:r>
              <a:rPr lang="en-US" dirty="0" err="1"/>
              <a:t>tutmaq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tcpdump</a:t>
            </a:r>
            <a:r>
              <a:rPr lang="en-US" dirty="0"/>
              <a:t> </a:t>
            </a:r>
            <a:r>
              <a:rPr lang="en-US" dirty="0" err="1"/>
              <a:t>komandasından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edəcəksiniz</a:t>
            </a:r>
            <a:r>
              <a:rPr lang="en-US" dirty="0"/>
              <a:t>.  </a:t>
            </a:r>
            <a:endParaRPr lang="az-Latn-AZ" dirty="0"/>
          </a:p>
          <a:p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trafiki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izləmək</a:t>
            </a:r>
            <a:r>
              <a:rPr lang="en-US" dirty="0"/>
              <a:t>: </a:t>
            </a:r>
            <a:endParaRPr lang="az-Latn-AZ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tcpdump</a:t>
            </a:r>
            <a:r>
              <a:rPr lang="en-US" dirty="0">
                <a:solidFill>
                  <a:srgbClr val="FF0000"/>
                </a:solidFill>
              </a:rPr>
              <a:t> 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eth0</a:t>
            </a:r>
            <a:endParaRPr lang="az-Latn-AZ" dirty="0">
              <a:solidFill>
                <a:srgbClr val="FF0000"/>
              </a:solidFill>
            </a:endParaRPr>
          </a:p>
          <a:p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müəyyən</a:t>
            </a:r>
            <a:r>
              <a:rPr lang="en-US" dirty="0"/>
              <a:t>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izləmək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Apache-</a:t>
            </a:r>
            <a:r>
              <a:rPr lang="en-US" dirty="0" err="1"/>
              <a:t>yə</a:t>
            </a:r>
            <a:r>
              <a:rPr lang="en-US" dirty="0"/>
              <a:t> </a:t>
            </a:r>
            <a:r>
              <a:rPr lang="en-US" dirty="0" err="1"/>
              <a:t>gələn</a:t>
            </a:r>
            <a:r>
              <a:rPr lang="en-US" dirty="0"/>
              <a:t> </a:t>
            </a:r>
            <a:r>
              <a:rPr lang="en-US" dirty="0" err="1"/>
              <a:t>sorğuları</a:t>
            </a:r>
            <a:r>
              <a:rPr lang="en-US" dirty="0"/>
              <a:t>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):</a:t>
            </a:r>
            <a:endParaRPr lang="az-Latn-AZ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tcpdump</a:t>
            </a:r>
            <a:r>
              <a:rPr lang="en-US" dirty="0">
                <a:solidFill>
                  <a:srgbClr val="FF0000"/>
                </a:solidFill>
              </a:rPr>
              <a:t> 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eth0 port 80</a:t>
            </a:r>
          </a:p>
          <a:p>
            <a:r>
              <a:rPr lang="en-US" dirty="0" err="1"/>
              <a:t>Paketləri</a:t>
            </a:r>
            <a:r>
              <a:rPr lang="en-US" dirty="0"/>
              <a:t> </a:t>
            </a:r>
            <a:r>
              <a:rPr lang="en-US" dirty="0" err="1"/>
              <a:t>fayla</a:t>
            </a:r>
            <a:r>
              <a:rPr lang="en-US" dirty="0"/>
              <a:t> </a:t>
            </a:r>
            <a:r>
              <a:rPr lang="en-US" dirty="0" err="1"/>
              <a:t>yazmaq</a:t>
            </a:r>
            <a:r>
              <a:rPr lang="en-US" dirty="0"/>
              <a:t> (Sonra Wireshark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):</a:t>
            </a:r>
            <a:endParaRPr lang="az-Latn-AZ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tcpdump</a:t>
            </a:r>
            <a:r>
              <a:rPr lang="en-US" dirty="0">
                <a:solidFill>
                  <a:srgbClr val="FF0000"/>
                </a:solidFill>
              </a:rPr>
              <a:t> 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eth0 port 80 -w </a:t>
            </a:r>
            <a:r>
              <a:rPr lang="en-US" dirty="0" err="1">
                <a:solidFill>
                  <a:srgbClr val="FF0000"/>
                </a:solidFill>
              </a:rPr>
              <a:t>apache_trafik.pcap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32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BFD2-AE68-D193-A3B3-4F557C80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Wireshark (</a:t>
            </a:r>
            <a:r>
              <a:rPr lang="en-US" dirty="0" err="1"/>
              <a:t>Qrafik</a:t>
            </a:r>
            <a:r>
              <a:rPr lang="en-US" dirty="0"/>
              <a:t> </a:t>
            </a:r>
            <a:r>
              <a:rPr lang="en-US" dirty="0" err="1"/>
              <a:t>Mühit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42BF-6D39-6514-526E-97B55433B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tcpdump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saxladığınız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pcap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faylını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Windows </a:t>
            </a:r>
            <a:r>
              <a:rPr lang="en-US" dirty="0" err="1"/>
              <a:t>kompüterinizə</a:t>
            </a:r>
            <a:r>
              <a:rPr lang="en-US" dirty="0"/>
              <a:t> </a:t>
            </a:r>
            <a:r>
              <a:rPr lang="en-US" dirty="0" err="1"/>
              <a:t>köçürüb</a:t>
            </a:r>
            <a:r>
              <a:rPr lang="en-US" dirty="0"/>
              <a:t> Wireshark </a:t>
            </a:r>
            <a:r>
              <a:rPr lang="en-US" dirty="0" err="1"/>
              <a:t>proqramı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açırsınız</a:t>
            </a:r>
            <a:r>
              <a:rPr lang="en-US" dirty="0"/>
              <a:t>. Wireshark </a:t>
            </a:r>
            <a:r>
              <a:rPr lang="en-US" dirty="0" err="1"/>
              <a:t>şəbəkənin</a:t>
            </a:r>
            <a:r>
              <a:rPr lang="en-US" dirty="0"/>
              <a:t> </a:t>
            </a:r>
            <a:r>
              <a:rPr lang="en-US" dirty="0" err="1"/>
              <a:t>rentgen</a:t>
            </a:r>
            <a:r>
              <a:rPr lang="en-US" dirty="0"/>
              <a:t> </a:t>
            </a:r>
            <a:r>
              <a:rPr lang="en-US" dirty="0" err="1"/>
              <a:t>aparatıdır</a:t>
            </a:r>
            <a:r>
              <a:rPr lang="en-US" dirty="0"/>
              <a:t>.  </a:t>
            </a:r>
            <a:endParaRPr lang="az-Latn-AZ" dirty="0"/>
          </a:p>
          <a:p>
            <a:pPr marL="0" indent="0">
              <a:buNone/>
            </a:pPr>
            <a:r>
              <a:rPr lang="en-US" dirty="0"/>
              <a:t>Wireshark-da </a:t>
            </a:r>
            <a:r>
              <a:rPr lang="en-US" dirty="0" err="1"/>
              <a:t>Nəyi</a:t>
            </a:r>
            <a:r>
              <a:rPr lang="en-US" dirty="0"/>
              <a:t> Analiz </a:t>
            </a:r>
            <a:r>
              <a:rPr lang="en-US" dirty="0" err="1"/>
              <a:t>Etməlisiniz</a:t>
            </a:r>
            <a:r>
              <a:rPr lang="en-US" dirty="0"/>
              <a:t>?</a:t>
            </a:r>
            <a:endParaRPr lang="az-Latn-AZ" dirty="0"/>
          </a:p>
          <a:p>
            <a:r>
              <a:rPr lang="en-US" dirty="0">
                <a:solidFill>
                  <a:srgbClr val="FF0000"/>
                </a:solidFill>
              </a:rPr>
              <a:t>TCP 3-Way Handshake: </a:t>
            </a:r>
            <a:r>
              <a:rPr lang="en-US" dirty="0"/>
              <a:t>İki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əlaqənin</a:t>
            </a:r>
            <a:r>
              <a:rPr lang="en-US" dirty="0"/>
              <a:t> </a:t>
            </a:r>
            <a:r>
              <a:rPr lang="en-US" dirty="0" err="1"/>
              <a:t>necə</a:t>
            </a:r>
            <a:r>
              <a:rPr lang="en-US" dirty="0"/>
              <a:t> </a:t>
            </a:r>
            <a:r>
              <a:rPr lang="en-US" dirty="0" err="1"/>
              <a:t>qurulduğunu</a:t>
            </a:r>
            <a:r>
              <a:rPr lang="en-US" dirty="0"/>
              <a:t> </a:t>
            </a:r>
            <a:r>
              <a:rPr lang="en-US" dirty="0" err="1"/>
              <a:t>izləyin</a:t>
            </a:r>
            <a:r>
              <a:rPr lang="en-US" dirty="0"/>
              <a:t>. </a:t>
            </a:r>
            <a:r>
              <a:rPr lang="en-US" dirty="0" err="1"/>
              <a:t>Paketlərin</a:t>
            </a:r>
            <a:r>
              <a:rPr lang="en-US" dirty="0"/>
              <a:t> </a:t>
            </a:r>
            <a:r>
              <a:rPr lang="en-US" dirty="0" err="1"/>
              <a:t>bayraqlarına</a:t>
            </a:r>
            <a:r>
              <a:rPr lang="en-US" dirty="0"/>
              <a:t> (Flags) </a:t>
            </a:r>
            <a:r>
              <a:rPr lang="en-US" dirty="0" err="1"/>
              <a:t>baxın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SYN -&gt; SYN, ACK -&gt; ACK.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ardıcıllıq</a:t>
            </a:r>
            <a:r>
              <a:rPr lang="en-US" dirty="0"/>
              <a:t> </a:t>
            </a:r>
            <a:r>
              <a:rPr lang="en-US" dirty="0" err="1"/>
              <a:t>pozulursa</a:t>
            </a:r>
            <a:r>
              <a:rPr lang="en-US" dirty="0"/>
              <a:t>, </a:t>
            </a:r>
            <a:r>
              <a:rPr lang="en-US" dirty="0" err="1"/>
              <a:t>deməli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səviyyəsində</a:t>
            </a:r>
            <a:r>
              <a:rPr lang="en-US" dirty="0"/>
              <a:t> </a:t>
            </a:r>
            <a:r>
              <a:rPr lang="en-US" dirty="0" err="1"/>
              <a:t>əlaqə</a:t>
            </a:r>
            <a:r>
              <a:rPr lang="en-US" dirty="0"/>
              <a:t> </a:t>
            </a:r>
            <a:r>
              <a:rPr lang="en-US" dirty="0" err="1"/>
              <a:t>qurula</a:t>
            </a:r>
            <a:r>
              <a:rPr lang="en-US" dirty="0"/>
              <a:t> </a:t>
            </a:r>
            <a:r>
              <a:rPr lang="en-US" dirty="0" err="1"/>
              <a:t>bilmir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 err="1">
                <a:solidFill>
                  <a:srgbClr val="FF0000"/>
                </a:solidFill>
              </a:rPr>
              <a:t>Şifrəsiz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Trafik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Təhlükəsi</a:t>
            </a:r>
            <a:r>
              <a:rPr lang="en-US" dirty="0">
                <a:solidFill>
                  <a:srgbClr val="FF0000"/>
                </a:solidFill>
              </a:rPr>
              <a:t> (Security Mindset): </a:t>
            </a:r>
            <a:r>
              <a:rPr lang="en-US" dirty="0"/>
              <a:t>Apache </a:t>
            </a:r>
            <a:r>
              <a:rPr lang="en-US" dirty="0" err="1"/>
              <a:t>serverinizə</a:t>
            </a:r>
            <a:r>
              <a:rPr lang="en-US" dirty="0"/>
              <a:t> HTTP (port 80) </a:t>
            </a:r>
            <a:r>
              <a:rPr lang="en-US" dirty="0" err="1"/>
              <a:t>üzərindən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olub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forma </a:t>
            </a:r>
            <a:r>
              <a:rPr lang="en-US" dirty="0" err="1"/>
              <a:t>doldursanız</a:t>
            </a:r>
            <a:r>
              <a:rPr lang="en-US" dirty="0"/>
              <a:t>, Wireshark-da </a:t>
            </a:r>
            <a:r>
              <a:rPr lang="en-US" dirty="0" err="1"/>
              <a:t>həmin</a:t>
            </a:r>
            <a:r>
              <a:rPr lang="en-US" dirty="0"/>
              <a:t> </a:t>
            </a:r>
            <a:r>
              <a:rPr lang="en-US" dirty="0" err="1"/>
              <a:t>paketə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düymə</a:t>
            </a:r>
            <a:r>
              <a:rPr lang="en-US" dirty="0"/>
              <a:t> </a:t>
            </a:r>
            <a:r>
              <a:rPr lang="en-US" dirty="0" err="1"/>
              <a:t>vurub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"Follow -&gt; TCP Stream" </a:t>
            </a:r>
            <a:r>
              <a:rPr lang="en-US" dirty="0" err="1"/>
              <a:t>etdiyiniz</a:t>
            </a:r>
            <a:r>
              <a:rPr lang="en-US" dirty="0"/>
              <a:t> zaman </a:t>
            </a:r>
            <a:r>
              <a:rPr lang="en-US" dirty="0" err="1"/>
              <a:t>istifadəçi</a:t>
            </a:r>
            <a:r>
              <a:rPr lang="en-US" dirty="0"/>
              <a:t>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şifrələrin</a:t>
            </a:r>
            <a:r>
              <a:rPr lang="en-US" dirty="0"/>
              <a:t>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mətndə</a:t>
            </a:r>
            <a:r>
              <a:rPr lang="en-US" dirty="0"/>
              <a:t> (clear text) </a:t>
            </a:r>
            <a:r>
              <a:rPr lang="en-US" dirty="0" err="1"/>
              <a:t>göründüyünü</a:t>
            </a:r>
            <a:r>
              <a:rPr lang="en-US" dirty="0"/>
              <a:t> </a:t>
            </a:r>
            <a:r>
              <a:rPr lang="en-US" dirty="0" err="1"/>
              <a:t>aşkar</a:t>
            </a:r>
            <a:r>
              <a:rPr lang="en-US" dirty="0"/>
              <a:t> </a:t>
            </a:r>
            <a:r>
              <a:rPr lang="en-US" dirty="0" err="1"/>
              <a:t>edəcəksiniz</a:t>
            </a:r>
            <a:r>
              <a:rPr lang="en-US" dirty="0"/>
              <a:t>. Bu, </a:t>
            </a:r>
            <a:r>
              <a:rPr lang="en-US" dirty="0" err="1"/>
              <a:t>sizə</a:t>
            </a:r>
            <a:r>
              <a:rPr lang="en-US" dirty="0"/>
              <a:t> real production </a:t>
            </a:r>
            <a:r>
              <a:rPr lang="en-US" dirty="0" err="1"/>
              <a:t>mühitində</a:t>
            </a:r>
            <a:r>
              <a:rPr lang="en-US" dirty="0"/>
              <a:t> </a:t>
            </a:r>
            <a:r>
              <a:rPr lang="en-US" dirty="0" err="1"/>
              <a:t>niyə</a:t>
            </a:r>
            <a:r>
              <a:rPr lang="en-US" dirty="0"/>
              <a:t> </a:t>
            </a:r>
            <a:r>
              <a:rPr lang="en-US" dirty="0" err="1"/>
              <a:t>həmişə</a:t>
            </a:r>
            <a:r>
              <a:rPr lang="en-US" dirty="0"/>
              <a:t> HTTPS (port 443)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etməli</a:t>
            </a:r>
            <a:r>
              <a:rPr lang="en-US" dirty="0"/>
              <a:t> </a:t>
            </a:r>
            <a:r>
              <a:rPr lang="en-US" dirty="0" err="1"/>
              <a:t>olduğunuzu</a:t>
            </a:r>
            <a:r>
              <a:rPr lang="en-US" dirty="0"/>
              <a:t> — </a:t>
            </a:r>
            <a:r>
              <a:rPr lang="en-US" dirty="0" err="1"/>
              <a:t>yəni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təhlükəsizliyi</a:t>
            </a:r>
            <a:r>
              <a:rPr lang="en-US" dirty="0"/>
              <a:t> </a:t>
            </a:r>
            <a:r>
              <a:rPr lang="en-US" dirty="0" err="1"/>
              <a:t>düşüncəsini</a:t>
            </a:r>
            <a:r>
              <a:rPr lang="en-US" dirty="0"/>
              <a:t> (network security mindset) </a:t>
            </a:r>
            <a:r>
              <a:rPr lang="en-US" dirty="0" err="1"/>
              <a:t>əyani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sübut</a:t>
            </a:r>
            <a:r>
              <a:rPr lang="en-US" dirty="0"/>
              <a:t> </a:t>
            </a:r>
            <a:r>
              <a:rPr lang="en-US" dirty="0" err="1"/>
              <a:t>edəcək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99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27BCF-23EC-AA40-B21A-DB9BA059A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2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B256A1-4446-B75F-BDCF-48A29F474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2"/>
          <a:stretch>
            <a:fillRect/>
          </a:stretch>
        </p:blipFill>
        <p:spPr>
          <a:xfrm>
            <a:off x="2403597" y="472336"/>
            <a:ext cx="6798155" cy="591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265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Wireshark və Packet Capture (Şəbəkənin Rentgeni)</vt:lpstr>
      <vt:lpstr>tcpdump (Terminal Mühiti Üçün)</vt:lpstr>
      <vt:lpstr>Wireshark (Qrafik Mühit Üçün)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2026-05-31T11:42:52Z</dcterms:created>
  <dcterms:modified xsi:type="dcterms:W3CDTF">2026-05-31T12:07:16Z</dcterms:modified>
</cp:coreProperties>
</file>