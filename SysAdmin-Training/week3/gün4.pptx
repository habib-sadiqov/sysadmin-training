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4DB3-D129-EAC4-AF80-D1515112D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2EFCB-EDA2-B858-A369-807ECA88A6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7F252-8AAD-2520-6ADD-556746A70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2F640-EE9C-432D-B715-32DA51EA66ED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094B0-0DA8-17B4-2DC3-CD75EEFB0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7A3DC-320D-7527-A3F1-47ED13B35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8A6CD-A06F-4196-B228-9A8C64F6E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60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6B2B-B629-38A6-7A1A-15E8C821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72259-99A3-D969-B851-713C67525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01916-BC34-3BF0-D2FB-7C34F11BD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2F640-EE9C-432D-B715-32DA51EA66ED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A6CA2-0FC3-E1B3-03C3-5BDE7852A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DCA96-B066-BC0A-75D7-F79688685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8A6CD-A06F-4196-B228-9A8C64F6E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6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40EE-EA30-29FA-3CF2-48F56081D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707F8-4FC0-68CF-5A7F-93676CB71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00F34-C29F-7D11-71F0-D2B152B33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2F640-EE9C-432D-B715-32DA51EA66ED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C1ABB-0AFA-EC0E-00F4-02F82D79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3AB8E-1E6D-E719-63E8-A7A79D7E1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8A6CD-A06F-4196-B228-9A8C64F6E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51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C62DA-0E39-3C7C-7149-241902EA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F3FD4-BE8E-7696-2290-72DEBE0BB5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461CD-584C-478D-F542-4BA9DB393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5A34E-892A-4F7A-2A28-4818D0AA5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2F640-EE9C-432D-B715-32DA51EA66ED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6C9B6-47FE-E80D-A207-9A47418B7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763199-5740-CB8F-9B2C-828CD82F6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8A6CD-A06F-4196-B228-9A8C64F6E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99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12140-30E4-9504-837A-312E1607D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05B4C-5605-AD11-EF73-95BDEB685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69BF4-A877-D080-18AE-61150E4C4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1A261-BCF9-1CED-D16D-8BCA0AB55F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6207CE-8006-1A70-7F4C-AA560BF65A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AEF3A6-2D48-F59B-769F-A2CA1758F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2F640-EE9C-432D-B715-32DA51EA66ED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99AC55-C3B1-ADD1-BDA9-21AF62EA1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F9E553-D996-C988-99A4-E26137F46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8A6CD-A06F-4196-B228-9A8C64F6E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2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D4105-4F09-A57D-66CE-FA630584D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46E1A0-A5B0-885C-26A0-B38D33D29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2F640-EE9C-432D-B715-32DA51EA66ED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F1C272-B238-8FF9-6B08-792B1A6BD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1257C-4397-D46A-55AE-2E1F4E2B0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8A6CD-A06F-4196-B228-9A8C64F6E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565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958406-60AB-3B65-84CD-5B9B8661D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2F640-EE9C-432D-B715-32DA51EA66ED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11AE0F-0713-68FA-06C1-B816FE4B6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8408B-EF49-8901-5019-CE4D4D3AA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8A6CD-A06F-4196-B228-9A8C64F6E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4B1A4-0664-3D42-E032-FEB17449E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10572-79C3-2DB6-710A-EE7F67563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B170F7-02C8-D897-F318-82FEE6892F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61023-D291-E345-7AF4-1D0A7B09A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2F640-EE9C-432D-B715-32DA51EA66ED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38D47-1166-A4F1-72BB-8DE5B82FA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9942D-E13B-B582-98B0-D5593AE1D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8A6CD-A06F-4196-B228-9A8C64F6E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732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08DFD-FCBC-09D3-E2AC-759AFD3C8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0B1B84-31E6-1939-59E4-EE0CA00D29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E8B4D3-2875-79CD-8A7C-6039655A9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023983-DBE2-7CF2-3B0A-9B33CC564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2F640-EE9C-432D-B715-32DA51EA66ED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59B802-F116-EBCA-0C6C-F36CB3CE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2BCB3-576F-D2FE-F505-11C727DB7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8A6CD-A06F-4196-B228-9A8C64F6E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54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E746D-8409-86BA-C9E4-C7DC7E221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69FDD-063D-7ED7-D3C3-462EF557FB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36494-8BD2-236A-EDB0-CD86E950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2F640-EE9C-432D-B715-32DA51EA66ED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34A4A-8214-38B5-9D31-45E872FFF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E85BF-ED0E-5001-359C-E236AF67C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8A6CD-A06F-4196-B228-9A8C64F6E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9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723667-540A-B9FB-AE66-81F1593103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1783EA-88C7-D0F0-29F6-7F7113DC2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4C6EA-210E-66AB-D08C-9C8CD7690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2F640-EE9C-432D-B715-32DA51EA66ED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04286-9FE3-9D5D-82C5-6172BC454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880FF-5F46-C4F1-33E3-83E567EBE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8A6CD-A06F-4196-B228-9A8C64F6E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38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77FBD9-CFEC-4A9E-D12A-4AE5D158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09986-4252-680B-CDE5-72D792FA5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FD06A-369A-2B6D-CB65-CED3FA11B9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2F640-EE9C-432D-B715-32DA51EA66ED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5F5B3-2A47-A276-0B6B-76D26FB32A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C85B1-6B14-E50A-EC2F-593DC803B7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8A6CD-A06F-4196-B228-9A8C64F6E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139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A27C-B05F-1C43-EF0A-2D1A7C984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9859" y="1642310"/>
            <a:ext cx="4162926" cy="34530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Routing </a:t>
            </a:r>
            <a:r>
              <a:rPr lang="en-US" b="1" dirty="0" err="1">
                <a:solidFill>
                  <a:srgbClr val="FF0000"/>
                </a:solidFill>
              </a:rPr>
              <a:t>və</a:t>
            </a:r>
            <a:r>
              <a:rPr lang="en-US" b="1" dirty="0">
                <a:solidFill>
                  <a:srgbClr val="FF0000"/>
                </a:solidFill>
              </a:rPr>
              <a:t> Gateway (</a:t>
            </a:r>
            <a:r>
              <a:rPr lang="en-US" b="1" dirty="0" err="1">
                <a:solidFill>
                  <a:srgbClr val="FF0000"/>
                </a:solidFill>
              </a:rPr>
              <a:t>Paketlərin</a:t>
            </a:r>
            <a:r>
              <a:rPr lang="en-US" b="1" dirty="0">
                <a:solidFill>
                  <a:srgbClr val="FF0000"/>
                </a:solidFill>
              </a:rPr>
              <a:t> Yol </a:t>
            </a:r>
            <a:r>
              <a:rPr lang="en-US" b="1" dirty="0" err="1">
                <a:solidFill>
                  <a:srgbClr val="FF0000"/>
                </a:solidFill>
              </a:rPr>
              <a:t>Xəritəsi</a:t>
            </a:r>
            <a:r>
              <a:rPr lang="en-US" b="1" dirty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1030" name="Picture 6" descr="Voip gateway Images - Free Download on Magnific (formerly Freepik)">
            <a:extLst>
              <a:ext uri="{FF2B5EF4-FFF2-40B4-BE49-F238E27FC236}">
                <a16:creationId xmlns:a16="http://schemas.microsoft.com/office/drawing/2014/main" id="{443D36F3-914D-C331-075D-1CE132E2D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6237" y="1642310"/>
            <a:ext cx="4742848" cy="395237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4878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8B253-0F66-00E5-E333-4917B182B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Default Gateway (</a:t>
            </a:r>
            <a:r>
              <a:rPr lang="en-US" b="1" dirty="0" err="1">
                <a:solidFill>
                  <a:srgbClr val="FF0000"/>
                </a:solidFill>
              </a:rPr>
              <a:t>Susmaya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Görə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Şlüz</a:t>
            </a:r>
            <a:r>
              <a:rPr lang="en-US" b="1" dirty="0">
                <a:solidFill>
                  <a:srgbClr val="FF0000"/>
                </a:solidFill>
              </a:rPr>
              <a:t>) </a:t>
            </a:r>
            <a:r>
              <a:rPr lang="en-US" b="1" dirty="0" err="1">
                <a:solidFill>
                  <a:srgbClr val="FF0000"/>
                </a:solidFill>
              </a:rPr>
              <a:t>nədir</a:t>
            </a:r>
            <a:r>
              <a:rPr lang="en-US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EA11D-F023-999A-BE83-973D12A6A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Default Gateway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şəbəkənizin</a:t>
            </a:r>
            <a:r>
              <a:rPr lang="en-US" dirty="0"/>
              <a:t> "</a:t>
            </a:r>
            <a:r>
              <a:rPr lang="en-US" dirty="0" err="1"/>
              <a:t>Xarici</a:t>
            </a:r>
            <a:r>
              <a:rPr lang="en-US" dirty="0"/>
              <a:t> </a:t>
            </a:r>
            <a:r>
              <a:rPr lang="en-US" dirty="0" err="1"/>
              <a:t>Qapısı"dır</a:t>
            </a:r>
            <a:r>
              <a:rPr lang="en-US" dirty="0"/>
              <a:t>. Bu, </a:t>
            </a:r>
            <a:r>
              <a:rPr lang="en-US" dirty="0" err="1"/>
              <a:t>adətən</a:t>
            </a:r>
            <a:r>
              <a:rPr lang="en-US" dirty="0"/>
              <a:t>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şəbəkəyə</a:t>
            </a:r>
            <a:r>
              <a:rPr lang="en-US" dirty="0"/>
              <a:t> </a:t>
            </a:r>
            <a:r>
              <a:rPr lang="en-US" dirty="0" err="1"/>
              <a:t>qoşulmuş</a:t>
            </a:r>
            <a:r>
              <a:rPr lang="en-US" dirty="0"/>
              <a:t> Router-in (</a:t>
            </a:r>
            <a:r>
              <a:rPr lang="en-US" dirty="0" err="1"/>
              <a:t>Xətt</a:t>
            </a:r>
            <a:r>
              <a:rPr lang="en-US" dirty="0"/>
              <a:t> </a:t>
            </a:r>
            <a:r>
              <a:rPr lang="en-US" dirty="0" err="1"/>
              <a:t>tənzimləyicinin</a:t>
            </a:r>
            <a:r>
              <a:rPr lang="en-US" dirty="0"/>
              <a:t>) </a:t>
            </a:r>
            <a:r>
              <a:rPr lang="en-US" dirty="0" err="1"/>
              <a:t>daxili</a:t>
            </a:r>
            <a:r>
              <a:rPr lang="en-US" dirty="0"/>
              <a:t> IP </a:t>
            </a:r>
            <a:r>
              <a:rPr lang="en-US" dirty="0" err="1"/>
              <a:t>ünvanıdır</a:t>
            </a:r>
            <a:r>
              <a:rPr lang="en-US" dirty="0"/>
              <a:t>.</a:t>
            </a:r>
          </a:p>
          <a:p>
            <a:r>
              <a:rPr lang="en-US" dirty="0" err="1"/>
              <a:t>Əgər</a:t>
            </a:r>
            <a:r>
              <a:rPr lang="en-US" dirty="0"/>
              <a:t>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serveriniz</a:t>
            </a:r>
            <a:r>
              <a:rPr lang="en-US" dirty="0"/>
              <a:t> </a:t>
            </a:r>
            <a:r>
              <a:rPr lang="en-US" dirty="0" err="1"/>
              <a:t>şəbəkədə</a:t>
            </a:r>
            <a:r>
              <a:rPr lang="en-US" dirty="0"/>
              <a:t> </a:t>
            </a:r>
            <a:r>
              <a:rPr lang="en-US" dirty="0" err="1"/>
              <a:t>hər</a:t>
            </a:r>
            <a:r>
              <a:rPr lang="en-US" dirty="0"/>
              <a:t> </a:t>
            </a:r>
            <a:r>
              <a:rPr lang="en-US" dirty="0" err="1"/>
              <a:t>hansı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IP-</a:t>
            </a:r>
            <a:r>
              <a:rPr lang="en-US" dirty="0" err="1"/>
              <a:t>yə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</a:t>
            </a:r>
            <a:r>
              <a:rPr lang="en-US" dirty="0" err="1"/>
              <a:t>göndərmək</a:t>
            </a:r>
            <a:r>
              <a:rPr lang="en-US" dirty="0"/>
              <a:t> </a:t>
            </a:r>
            <a:r>
              <a:rPr lang="en-US" dirty="0" err="1"/>
              <a:t>istəyirsə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həmin</a:t>
            </a:r>
            <a:r>
              <a:rPr lang="en-US" dirty="0"/>
              <a:t> IP-</a:t>
            </a:r>
            <a:r>
              <a:rPr lang="en-US" dirty="0" err="1"/>
              <a:t>nin</a:t>
            </a:r>
            <a:r>
              <a:rPr lang="en-US" dirty="0"/>
              <a:t> </a:t>
            </a:r>
            <a:r>
              <a:rPr lang="en-US" dirty="0" err="1"/>
              <a:t>onunla</a:t>
            </a:r>
            <a:r>
              <a:rPr lang="en-US" dirty="0"/>
              <a:t> </a:t>
            </a:r>
            <a:r>
              <a:rPr lang="en-US" dirty="0" err="1"/>
              <a:t>eyni</a:t>
            </a:r>
            <a:r>
              <a:rPr lang="en-US" dirty="0"/>
              <a:t> </a:t>
            </a:r>
            <a:r>
              <a:rPr lang="en-US" dirty="0" err="1"/>
              <a:t>şəbəkədə</a:t>
            </a:r>
            <a:r>
              <a:rPr lang="en-US" dirty="0"/>
              <a:t> </a:t>
            </a:r>
            <a:r>
              <a:rPr lang="en-US" dirty="0" err="1"/>
              <a:t>olmadığını</a:t>
            </a:r>
            <a:r>
              <a:rPr lang="en-US" dirty="0"/>
              <a:t> </a:t>
            </a:r>
            <a:r>
              <a:rPr lang="en-US" dirty="0" err="1"/>
              <a:t>görürsə</a:t>
            </a:r>
            <a:r>
              <a:rPr lang="en-US" dirty="0"/>
              <a:t>, </a:t>
            </a:r>
            <a:r>
              <a:rPr lang="en-US" dirty="0" err="1"/>
              <a:t>paketi</a:t>
            </a:r>
            <a:r>
              <a:rPr lang="en-US" dirty="0"/>
              <a:t> </a:t>
            </a:r>
            <a:r>
              <a:rPr lang="en-US" dirty="0" err="1"/>
              <a:t>birbaşa</a:t>
            </a:r>
            <a:r>
              <a:rPr lang="en-US" dirty="0"/>
              <a:t> Default Gateway-ə (</a:t>
            </a:r>
            <a:r>
              <a:rPr lang="en-US" dirty="0" err="1"/>
              <a:t>qapıya</a:t>
            </a:r>
            <a:r>
              <a:rPr lang="en-US" dirty="0"/>
              <a:t>) </a:t>
            </a:r>
            <a:r>
              <a:rPr lang="en-US" dirty="0" err="1"/>
              <a:t>atır</a:t>
            </a:r>
            <a:r>
              <a:rPr lang="en-US" dirty="0"/>
              <a:t> ki, "</a:t>
            </a:r>
            <a:r>
              <a:rPr lang="en-US" dirty="0" err="1"/>
              <a:t>mən</a:t>
            </a:r>
            <a:r>
              <a:rPr lang="en-US" dirty="0"/>
              <a:t>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tanımıram</a:t>
            </a:r>
            <a:r>
              <a:rPr lang="en-US" dirty="0"/>
              <a:t>, </a:t>
            </a:r>
            <a:r>
              <a:rPr lang="en-US" dirty="0" err="1"/>
              <a:t>sən</a:t>
            </a:r>
            <a:r>
              <a:rPr lang="en-US" dirty="0"/>
              <a:t>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xarici</a:t>
            </a:r>
            <a:r>
              <a:rPr lang="en-US" dirty="0"/>
              <a:t> </a:t>
            </a:r>
            <a:r>
              <a:rPr lang="en-US" dirty="0" err="1"/>
              <a:t>dünyaya</a:t>
            </a:r>
            <a:r>
              <a:rPr lang="en-US" dirty="0"/>
              <a:t> </a:t>
            </a:r>
            <a:r>
              <a:rPr lang="en-US" dirty="0" err="1"/>
              <a:t>yönləndir</a:t>
            </a:r>
            <a:r>
              <a:rPr lang="en-US" dirty="0"/>
              <a:t>".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095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95ED2-F826-0CAD-1CB3-5A80F0ABA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Terminalda</a:t>
            </a:r>
            <a:r>
              <a:rPr lang="en-US" b="1" dirty="0">
                <a:solidFill>
                  <a:srgbClr val="FF0000"/>
                </a:solidFill>
              </a:rPr>
              <a:t> Routing </a:t>
            </a:r>
            <a:r>
              <a:rPr lang="en-US" b="1" dirty="0" err="1">
                <a:solidFill>
                  <a:srgbClr val="FF0000"/>
                </a:solidFill>
              </a:rPr>
              <a:t>və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Şəbəkə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İzləmə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Komandaları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61F011-7B4C-6F68-4DB2-05CC44D09629}"/>
              </a:ext>
            </a:extLst>
          </p:cNvPr>
          <p:cNvSpPr txBox="1"/>
          <p:nvPr/>
        </p:nvSpPr>
        <p:spPr>
          <a:xfrm>
            <a:off x="838200" y="4886235"/>
            <a:ext cx="36255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Routing </a:t>
            </a:r>
            <a:r>
              <a:rPr lang="en-US" sz="2400" dirty="0" err="1">
                <a:solidFill>
                  <a:srgbClr val="FF0000"/>
                </a:solidFill>
              </a:rPr>
              <a:t>Cədvəlinə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Baxmaq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</a:p>
          <a:p>
            <a:r>
              <a:rPr lang="en-US" sz="2400" dirty="0" err="1"/>
              <a:t>ip</a:t>
            </a:r>
            <a:r>
              <a:rPr lang="en-US" sz="2400" dirty="0"/>
              <a:t> route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7B6C84-8142-9FF1-F30C-DA244B8BF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87851"/>
            <a:ext cx="10480161" cy="207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66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C374B-4667-EE14-1C0D-3FED851E4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Paketin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Getdiyi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Yolu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İzləmək</a:t>
            </a:r>
            <a:r>
              <a:rPr lang="en-US" b="1" dirty="0">
                <a:solidFill>
                  <a:srgbClr val="FF0000"/>
                </a:solidFill>
              </a:rPr>
              <a:t> (Traceroute):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C9990F-5A29-F3F9-25B1-FF61F6AD76D5}"/>
              </a:ext>
            </a:extLst>
          </p:cNvPr>
          <p:cNvSpPr txBox="1"/>
          <p:nvPr/>
        </p:nvSpPr>
        <p:spPr>
          <a:xfrm>
            <a:off x="465869" y="5469642"/>
            <a:ext cx="3721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traceroute google.com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32CE71-83A5-081A-0E9E-83540639B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69" y="1950656"/>
            <a:ext cx="11260262" cy="325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944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BD429-4224-B04A-074D-7C9118E90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16" y="1796883"/>
            <a:ext cx="3204411" cy="3593264"/>
          </a:xfrm>
        </p:spPr>
        <p:txBody>
          <a:bodyPr>
            <a:normAutofit/>
          </a:bodyPr>
          <a:lstStyle/>
          <a:p>
            <a:r>
              <a:rPr lang="en-US" sz="3200" dirty="0" err="1"/>
              <a:t>Əgər</a:t>
            </a:r>
            <a:r>
              <a:rPr lang="en-US" sz="3200" dirty="0"/>
              <a:t> </a:t>
            </a:r>
            <a:r>
              <a:rPr lang="en-US" sz="3200" dirty="0" err="1"/>
              <a:t>komanda</a:t>
            </a:r>
            <a:r>
              <a:rPr lang="en-US" sz="3200" dirty="0"/>
              <a:t> </a:t>
            </a:r>
            <a:r>
              <a:rPr lang="en-US" sz="3200" dirty="0" err="1"/>
              <a:t>tapılmasa</a:t>
            </a:r>
            <a:r>
              <a:rPr lang="en-US" sz="3200" dirty="0"/>
              <a:t>, </a:t>
            </a:r>
            <a:r>
              <a:rPr lang="en-US" sz="3200" dirty="0" err="1"/>
              <a:t>sudo</a:t>
            </a:r>
            <a:r>
              <a:rPr lang="en-US" sz="3200" dirty="0"/>
              <a:t> apt install traceroute </a:t>
            </a:r>
            <a:r>
              <a:rPr lang="en-US" sz="3200" dirty="0" err="1"/>
              <a:t>ilə</a:t>
            </a:r>
            <a:r>
              <a:rPr lang="en-US" sz="3200" dirty="0"/>
              <a:t> </a:t>
            </a:r>
            <a:r>
              <a:rPr lang="en-US" sz="3200" dirty="0" err="1"/>
              <a:t>yükləyə</a:t>
            </a:r>
            <a:r>
              <a:rPr lang="en-US" sz="3200" dirty="0"/>
              <a:t> </a:t>
            </a:r>
            <a:r>
              <a:rPr lang="en-US" sz="3200" dirty="0" err="1"/>
              <a:t>bilərsiniz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E04CDF-5EBB-BCB2-AD25-1414DBF920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014"/>
          <a:stretch>
            <a:fillRect/>
          </a:stretch>
        </p:blipFill>
        <p:spPr>
          <a:xfrm>
            <a:off x="4162927" y="425419"/>
            <a:ext cx="7493291" cy="600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488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58D9-B879-B0BB-71B7-6C1A4EDA1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Əlaqəni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Yoxlamaq</a:t>
            </a:r>
            <a:r>
              <a:rPr lang="en-US" b="1" dirty="0">
                <a:solidFill>
                  <a:srgbClr val="FF0000"/>
                </a:solidFill>
              </a:rPr>
              <a:t> (Ping):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70603E-051F-7C71-73F9-2882E0379DFE}"/>
              </a:ext>
            </a:extLst>
          </p:cNvPr>
          <p:cNvSpPr txBox="1"/>
          <p:nvPr/>
        </p:nvSpPr>
        <p:spPr>
          <a:xfrm rot="16200000">
            <a:off x="508837" y="4414094"/>
            <a:ext cx="30469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ping 8.8.8.8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84B07C-707A-23BE-27C2-D60C26746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96" y="1868137"/>
            <a:ext cx="7389526" cy="442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029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125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Routing və Gateway (Paketlərin Yol Xəritəsi)</vt:lpstr>
      <vt:lpstr>Default Gateway (Susmaya Görə Şlüz) nədir?</vt:lpstr>
      <vt:lpstr>Terminalda Routing və Şəbəkə İzləmə Komandaları:</vt:lpstr>
      <vt:lpstr>Paketin Getdiyi Yolu İzləmək (Traceroute):</vt:lpstr>
      <vt:lpstr>Əgər komanda tapılmasa, sudo apt install traceroute ilə yükləyə bilərsiniz</vt:lpstr>
      <vt:lpstr>Əlaqəni Yoxlamaq (Ping):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Sadiqov</dc:creator>
  <cp:lastModifiedBy>Sadiqov</cp:lastModifiedBy>
  <cp:revision>1</cp:revision>
  <dcterms:created xsi:type="dcterms:W3CDTF">2026-05-31T11:02:09Z</dcterms:created>
  <dcterms:modified xsi:type="dcterms:W3CDTF">2026-05-31T11:19:44Z</dcterms:modified>
</cp:coreProperties>
</file>