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8EE53-AB07-8F92-DC1D-7DCA98FD9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7B182-523B-198B-6AFC-AC34B67A0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92291-D59E-E2C5-6CE8-A2DE8FBF3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60F9-D320-4C19-AC16-876D2ED7650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807F3-6B46-73F2-1DC3-A86BDBA04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B6776-1B8B-37FE-B2C1-C811B6A1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6E4A-CDF7-4A2D-AD4B-AE23A5E0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01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D1908-766C-3B9D-7FBF-0D8BEED81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976FE-329B-3B77-D69D-CFED5F24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730C3-B2BA-76BE-6BFE-1FB46D8B8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60F9-D320-4C19-AC16-876D2ED7650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42530-FDEF-7561-5119-8DDFFE31A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7C77D-3B14-C88B-3645-7DEACCC7C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6E4A-CDF7-4A2D-AD4B-AE23A5E0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84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0E24-4901-3BA9-FF0F-B32EB77B5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61930-460C-F9D7-A451-34D12602B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FA96-3251-E582-D9EF-E2D12DFA6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60F9-D320-4C19-AC16-876D2ED7650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7640F-309B-24DE-65E2-1980F5958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6C5D5-73C7-B43B-5E9A-AFA3D8C79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6E4A-CDF7-4A2D-AD4B-AE23A5E0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25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1CF64-4487-6D20-89D5-D70DC322E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18A3F-65C0-C9A5-C39D-4A9CD0BD4B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44D96-BB60-64F8-C936-7247EDCD2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B05E3-7778-75B4-870F-DAA69B5FA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60F9-D320-4C19-AC16-876D2ED7650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97EA5-0BE2-31D0-FD3D-82C44757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B0DE8-E141-458A-0B73-863E868B8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6E4A-CDF7-4A2D-AD4B-AE23A5E0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310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70DA0-9FA9-EC80-E863-4E4A188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FFCE9-159C-BD75-ED5C-1831B56AD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3AD21-AEC8-25A1-2226-81C3136C0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B03F9E-EC7B-180E-DB84-0029C001EC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DF70-EED5-211D-902C-F0CFD9D9D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89ABE2-BD63-83F7-39D6-6B7BA3C3D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60F9-D320-4C19-AC16-876D2ED7650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66E2A6-D381-6C8D-2004-59AB97CE5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A979C1-5D08-C37D-4ACA-E8B7321A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6E4A-CDF7-4A2D-AD4B-AE23A5E0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14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6CB72-6D23-3D71-C825-6D9398719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3EEB7C-B0E2-2006-899D-7FE51758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60F9-D320-4C19-AC16-876D2ED7650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9BBA20-6DA6-E575-FB03-42B6AEFD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DB842-9008-6598-2840-F1ED1F33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6E4A-CDF7-4A2D-AD4B-AE23A5E0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4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FB9EA3-617B-E965-B7DB-FF09B79FC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60F9-D320-4C19-AC16-876D2ED7650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AC138-8585-2030-7DEB-2FE1B3FC4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4D7C4-64DB-10B8-4954-594CE58C8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6E4A-CDF7-4A2D-AD4B-AE23A5E0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953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2844-4695-007D-87EC-A54F8CEE4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D2291-050B-21C7-E32D-D9A84A258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CBF92-4205-2EF8-15FD-50CE7F452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08EC8-3731-C048-4CBE-5CCED59A5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60F9-D320-4C19-AC16-876D2ED7650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F58D6-341B-6C50-F7E6-DF4684D74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4D360-FBDB-38B5-1DA6-55882E2AC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6E4A-CDF7-4A2D-AD4B-AE23A5E0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33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234C8-7D37-940B-50BD-0F5145C6F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F8ADAA-4444-5B86-C4B9-8E34551DA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CCCE4-7C1F-7021-CD95-AC564D4A6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94539-BFAF-DC67-B422-0FDA566F8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60F9-D320-4C19-AC16-876D2ED7650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7A99D-8F3B-0DE9-066A-DD183E40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C9E60-5C29-6E61-2194-D8289815F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6E4A-CDF7-4A2D-AD4B-AE23A5E0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5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D835-70E5-0704-423F-E06C07DC7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60D27-CEB2-1D2D-DE36-D80E42383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7801-7AA1-0B4F-7964-3E3697378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60F9-D320-4C19-AC16-876D2ED7650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505F1-C96B-805A-44E0-3BC7C8A2A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DC577-DDA2-5E9E-6E30-A2C1F5DD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6E4A-CDF7-4A2D-AD4B-AE23A5E0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73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53F2E6-4766-BCEC-7635-F46516881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38F62A-87B2-6977-B0BA-0A5624CFE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1A371-6F4F-86F6-C0BA-1CA1040D5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60F9-D320-4C19-AC16-876D2ED7650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71D39-92BA-4591-6F04-993EB705D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774A9-7499-20CD-1708-225842E7A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6E4A-CDF7-4A2D-AD4B-AE23A5E0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25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ECB1-70D3-6081-4E29-FD6003C8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5366D-7B48-E974-BEAE-93CE9B90A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19E81-8968-86A4-78ED-75F6F7F99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960F9-D320-4C19-AC16-876D2ED7650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DF906-FE2C-6601-032B-5DFDBF5E6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DC42-69A0-1EAC-D3A4-C5D84619D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E6E4A-CDF7-4A2D-AD4B-AE23A5E0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99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ACE76-ACAA-F907-29C1-A5E19A62D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505"/>
            <a:ext cx="9144000" cy="116380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Firewall </a:t>
            </a:r>
            <a:r>
              <a:rPr lang="en-US" b="1" dirty="0" err="1">
                <a:solidFill>
                  <a:srgbClr val="FF0000"/>
                </a:solidFill>
              </a:rPr>
              <a:t>və</a:t>
            </a:r>
            <a:r>
              <a:rPr lang="en-US" b="1" dirty="0">
                <a:solidFill>
                  <a:srgbClr val="FF0000"/>
                </a:solidFill>
              </a:rPr>
              <a:t> Port </a:t>
            </a:r>
            <a:r>
              <a:rPr lang="en-US" b="1" dirty="0" err="1">
                <a:solidFill>
                  <a:srgbClr val="FF0000"/>
                </a:solidFill>
              </a:rPr>
              <a:t>Analizi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4A7592-C13C-8AAC-C0FD-93FD79294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25901"/>
            <a:ext cx="3793957" cy="417036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Bir server </a:t>
            </a:r>
            <a:r>
              <a:rPr lang="en-US" dirty="0" err="1"/>
              <a:t>mühitində</a:t>
            </a:r>
            <a:r>
              <a:rPr lang="en-US" dirty="0"/>
              <a:t> </a:t>
            </a:r>
            <a:r>
              <a:rPr lang="en-US" dirty="0" err="1"/>
              <a:t>təhlükəsizliyin</a:t>
            </a:r>
            <a:r>
              <a:rPr lang="en-US" dirty="0"/>
              <a:t> </a:t>
            </a:r>
            <a:r>
              <a:rPr lang="en-US" dirty="0" err="1"/>
              <a:t>birinci</a:t>
            </a:r>
            <a:r>
              <a:rPr lang="en-US" dirty="0"/>
              <a:t> </a:t>
            </a:r>
            <a:r>
              <a:rPr lang="en-US" dirty="0" err="1"/>
              <a:t>qaydası</a:t>
            </a:r>
            <a:r>
              <a:rPr lang="en-US" dirty="0"/>
              <a:t> </a:t>
            </a:r>
            <a:r>
              <a:rPr lang="en-US" dirty="0" err="1"/>
              <a:t>budur</a:t>
            </a:r>
            <a:r>
              <a:rPr lang="en-US" dirty="0"/>
              <a:t>: </a:t>
            </a:r>
            <a:r>
              <a:rPr lang="en-US" b="1" dirty="0" err="1"/>
              <a:t>İstifadə</a:t>
            </a:r>
            <a:r>
              <a:rPr lang="en-US" b="1" dirty="0"/>
              <a:t> </a:t>
            </a:r>
            <a:r>
              <a:rPr lang="en-US" b="1" dirty="0" err="1"/>
              <a:t>olunmayan</a:t>
            </a:r>
            <a:r>
              <a:rPr lang="en-US" b="1" dirty="0"/>
              <a:t> </a:t>
            </a:r>
            <a:r>
              <a:rPr lang="en-US" b="1" dirty="0" err="1"/>
              <a:t>hər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port </a:t>
            </a:r>
            <a:r>
              <a:rPr lang="en-US" b="1" dirty="0" err="1"/>
              <a:t>potensial</a:t>
            </a:r>
            <a:r>
              <a:rPr lang="en-US" b="1" dirty="0"/>
              <a:t> </a:t>
            </a:r>
            <a:r>
              <a:rPr lang="en-US" b="1" dirty="0" err="1"/>
              <a:t>təhlükədir</a:t>
            </a:r>
            <a:r>
              <a:rPr lang="en-US" b="1" dirty="0"/>
              <a:t>.</a:t>
            </a:r>
            <a:r>
              <a:rPr lang="en-US" dirty="0"/>
              <a:t> </a:t>
            </a:r>
            <a:r>
              <a:rPr lang="en-US" dirty="0" err="1"/>
              <a:t>Əgər</a:t>
            </a:r>
            <a:r>
              <a:rPr lang="en-US" dirty="0"/>
              <a:t> </a:t>
            </a:r>
            <a:r>
              <a:rPr lang="en-US" dirty="0" err="1"/>
              <a:t>serverinizdə</a:t>
            </a:r>
            <a:r>
              <a:rPr lang="en-US" dirty="0"/>
              <a:t> Apache </a:t>
            </a:r>
            <a:r>
              <a:rPr lang="en-US" dirty="0" err="1"/>
              <a:t>işləyirsə</a:t>
            </a:r>
            <a:r>
              <a:rPr lang="en-US" dirty="0"/>
              <a:t>, </a:t>
            </a:r>
            <a:r>
              <a:rPr lang="en-US" dirty="0" err="1"/>
              <a:t>yalnız</a:t>
            </a:r>
            <a:r>
              <a:rPr lang="en-US" dirty="0"/>
              <a:t> </a:t>
            </a:r>
            <a:r>
              <a:rPr lang="en-US" dirty="0" err="1"/>
              <a:t>veb</a:t>
            </a:r>
            <a:r>
              <a:rPr lang="en-US" dirty="0"/>
              <a:t> </a:t>
            </a:r>
            <a:r>
              <a:rPr lang="en-US" dirty="0" err="1"/>
              <a:t>portları</a:t>
            </a:r>
            <a:r>
              <a:rPr lang="en-US" dirty="0"/>
              <a:t> </a:t>
            </a:r>
            <a:r>
              <a:rPr lang="en-US" dirty="0" err="1"/>
              <a:t>açıq</a:t>
            </a:r>
            <a:r>
              <a:rPr lang="en-US" dirty="0"/>
              <a:t> </a:t>
            </a:r>
            <a:r>
              <a:rPr lang="en-US" dirty="0" err="1"/>
              <a:t>olmalıdır</a:t>
            </a:r>
            <a:r>
              <a:rPr lang="en-US" dirty="0"/>
              <a:t>, </a:t>
            </a:r>
            <a:r>
              <a:rPr lang="en-US" dirty="0" err="1"/>
              <a:t>digər</a:t>
            </a:r>
            <a:r>
              <a:rPr lang="en-US" dirty="0"/>
              <a:t> </a:t>
            </a:r>
            <a:r>
              <a:rPr lang="en-US" dirty="0" err="1"/>
              <a:t>qapılar</a:t>
            </a:r>
            <a:r>
              <a:rPr lang="en-US" dirty="0"/>
              <a:t> </a:t>
            </a:r>
            <a:r>
              <a:rPr lang="en-US" dirty="0" err="1"/>
              <a:t>kənar</a:t>
            </a:r>
            <a:r>
              <a:rPr lang="en-US" dirty="0"/>
              <a:t> </a:t>
            </a:r>
            <a:r>
              <a:rPr lang="en-US" dirty="0" err="1"/>
              <a:t>dünyaya</a:t>
            </a:r>
            <a:r>
              <a:rPr lang="en-US" dirty="0"/>
              <a:t> </a:t>
            </a:r>
            <a:r>
              <a:rPr lang="en-US" dirty="0" err="1"/>
              <a:t>bağlanmalıdır</a:t>
            </a:r>
            <a:r>
              <a:rPr lang="en-US" dirty="0"/>
              <a:t>.</a:t>
            </a:r>
          </a:p>
        </p:txBody>
      </p:sp>
      <p:pic>
        <p:nvPicPr>
          <p:cNvPr id="1026" name="Picture 2" descr="What Is A Firewall? | Exa Networks">
            <a:extLst>
              <a:ext uri="{FF2B5EF4-FFF2-40B4-BE49-F238E27FC236}">
                <a16:creationId xmlns:a16="http://schemas.microsoft.com/office/drawing/2014/main" id="{CE897260-9EAA-5801-449D-DDBE5639B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891" y="2025901"/>
            <a:ext cx="6078740" cy="364882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7262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02653-D369-87E0-1C33-D3F601BE9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Port </a:t>
            </a:r>
            <a:r>
              <a:rPr lang="en-US" b="1" dirty="0" err="1">
                <a:solidFill>
                  <a:srgbClr val="FF0000"/>
                </a:solidFill>
              </a:rPr>
              <a:t>Analizi</a:t>
            </a:r>
            <a:r>
              <a:rPr lang="en-US" b="1" dirty="0">
                <a:solidFill>
                  <a:srgbClr val="FF0000"/>
                </a:solidFill>
              </a:rPr>
              <a:t> (ss </a:t>
            </a:r>
            <a:r>
              <a:rPr lang="en-US" b="1" dirty="0" err="1">
                <a:solidFill>
                  <a:srgbClr val="FF0000"/>
                </a:solidFill>
              </a:rPr>
              <a:t>və</a:t>
            </a:r>
            <a:r>
              <a:rPr lang="en-US" b="1" dirty="0">
                <a:solidFill>
                  <a:srgbClr val="FF0000"/>
                </a:solidFill>
              </a:rPr>
              <a:t> netstat)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1A78-C796-1CE2-CB52-DCC8446DD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Serverinizdə</a:t>
            </a:r>
            <a:r>
              <a:rPr lang="en-US" dirty="0"/>
              <a:t> </a:t>
            </a:r>
            <a:r>
              <a:rPr lang="en-US" dirty="0" err="1"/>
              <a:t>hansı</a:t>
            </a:r>
            <a:r>
              <a:rPr lang="en-US" dirty="0"/>
              <a:t> </a:t>
            </a:r>
            <a:r>
              <a:rPr lang="en-US" dirty="0" err="1"/>
              <a:t>proqramın</a:t>
            </a:r>
            <a:r>
              <a:rPr lang="en-US" dirty="0"/>
              <a:t> </a:t>
            </a:r>
            <a:r>
              <a:rPr lang="en-US" dirty="0" err="1"/>
              <a:t>şəbəkəyə</a:t>
            </a:r>
            <a:r>
              <a:rPr lang="en-US" dirty="0"/>
              <a:t> </a:t>
            </a:r>
            <a:r>
              <a:rPr lang="en-US" dirty="0" err="1"/>
              <a:t>açıq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görmək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port </a:t>
            </a:r>
            <a:r>
              <a:rPr lang="en-US" dirty="0" err="1"/>
              <a:t>analizi</a:t>
            </a:r>
            <a:r>
              <a:rPr lang="en-US" dirty="0"/>
              <a:t> </a:t>
            </a:r>
            <a:r>
              <a:rPr lang="en-US" dirty="0" err="1"/>
              <a:t>etməlisiniz</a:t>
            </a:r>
            <a:r>
              <a:rPr lang="en-US" dirty="0"/>
              <a:t>. </a:t>
            </a:r>
            <a:r>
              <a:rPr lang="en-US" dirty="0" err="1"/>
              <a:t>Mentorunuzun</a:t>
            </a:r>
            <a:r>
              <a:rPr lang="en-US" dirty="0"/>
              <a:t> </a:t>
            </a:r>
            <a:r>
              <a:rPr lang="en-US" dirty="0" err="1"/>
              <a:t>sizə</a:t>
            </a:r>
            <a:r>
              <a:rPr lang="en-US" dirty="0"/>
              <a:t> </a:t>
            </a:r>
            <a:r>
              <a:rPr lang="en-US" dirty="0" err="1"/>
              <a:t>verdiyi</a:t>
            </a:r>
            <a:r>
              <a:rPr lang="en-US" dirty="0"/>
              <a:t> </a:t>
            </a:r>
            <a:r>
              <a:rPr lang="en-US" dirty="0" err="1"/>
              <a:t>əsas</a:t>
            </a:r>
            <a:r>
              <a:rPr lang="en-US" dirty="0"/>
              <a:t> </a:t>
            </a:r>
            <a:r>
              <a:rPr lang="en-US" dirty="0" err="1"/>
              <a:t>komandalardan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ss </a:t>
            </a:r>
            <a:r>
              <a:rPr lang="az-Latn-AZ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tulpn</a:t>
            </a:r>
            <a:r>
              <a:rPr lang="az-Latn-AZ" dirty="0">
                <a:solidFill>
                  <a:srgbClr val="FF0000"/>
                </a:solidFill>
              </a:rPr>
              <a:t> </a:t>
            </a:r>
            <a:r>
              <a:rPr lang="en-US" dirty="0"/>
              <a:t>-dir.  </a:t>
            </a:r>
            <a:r>
              <a:rPr lang="az-Latn-AZ" dirty="0"/>
              <a:t>--=</a:t>
            </a:r>
          </a:p>
          <a:p>
            <a:pPr marL="0" indent="0">
              <a:buNone/>
            </a:pPr>
            <a:r>
              <a:rPr lang="en-US" dirty="0" err="1"/>
              <a:t>Komandanın</a:t>
            </a:r>
            <a:r>
              <a:rPr lang="en-US" dirty="0"/>
              <a:t> </a:t>
            </a:r>
            <a:r>
              <a:rPr lang="en-US" dirty="0" err="1"/>
              <a:t>açılışı</a:t>
            </a:r>
            <a:r>
              <a:rPr lang="en-US" dirty="0"/>
              <a:t>:</a:t>
            </a:r>
            <a:endParaRPr lang="az-Latn-AZ" dirty="0"/>
          </a:p>
          <a:p>
            <a:r>
              <a:rPr lang="en-US" dirty="0"/>
              <a:t>-t : TCP </a:t>
            </a:r>
            <a:r>
              <a:rPr lang="en-US" dirty="0" err="1"/>
              <a:t>bağlantılarını</a:t>
            </a:r>
            <a:r>
              <a:rPr lang="en-US" dirty="0"/>
              <a:t> </a:t>
            </a:r>
            <a:r>
              <a:rPr lang="en-US" dirty="0" err="1"/>
              <a:t>göstər</a:t>
            </a:r>
            <a:r>
              <a:rPr lang="en-US" dirty="0"/>
              <a:t>.</a:t>
            </a:r>
            <a:endParaRPr lang="az-Latn-AZ" dirty="0"/>
          </a:p>
          <a:p>
            <a:r>
              <a:rPr lang="en-US" dirty="0"/>
              <a:t>-u : UDP </a:t>
            </a:r>
            <a:r>
              <a:rPr lang="en-US" dirty="0" err="1"/>
              <a:t>bağlantılarını</a:t>
            </a:r>
            <a:r>
              <a:rPr lang="en-US" dirty="0"/>
              <a:t> </a:t>
            </a:r>
            <a:r>
              <a:rPr lang="en-US" dirty="0" err="1"/>
              <a:t>göstər</a:t>
            </a:r>
            <a:r>
              <a:rPr lang="en-US" dirty="0"/>
              <a:t>.</a:t>
            </a:r>
            <a:endParaRPr lang="az-Latn-AZ" dirty="0"/>
          </a:p>
          <a:p>
            <a:r>
              <a:rPr lang="en-US" dirty="0"/>
              <a:t>-l : </a:t>
            </a:r>
            <a:r>
              <a:rPr lang="en-US" dirty="0" err="1"/>
              <a:t>Dinləmədə</a:t>
            </a:r>
            <a:r>
              <a:rPr lang="en-US" dirty="0"/>
              <a:t> (LISTEN)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portları</a:t>
            </a:r>
            <a:r>
              <a:rPr lang="en-US" dirty="0"/>
              <a:t> </a:t>
            </a:r>
            <a:r>
              <a:rPr lang="en-US" dirty="0" err="1"/>
              <a:t>göstər</a:t>
            </a:r>
            <a:r>
              <a:rPr lang="en-US" dirty="0"/>
              <a:t>.</a:t>
            </a:r>
            <a:endParaRPr lang="az-Latn-AZ" dirty="0"/>
          </a:p>
          <a:p>
            <a:r>
              <a:rPr lang="en-US" dirty="0"/>
              <a:t>-p : </a:t>
            </a:r>
            <a:r>
              <a:rPr lang="en-US" dirty="0" err="1"/>
              <a:t>Portu</a:t>
            </a:r>
            <a:r>
              <a:rPr lang="en-US" dirty="0"/>
              <a:t> </a:t>
            </a:r>
            <a:r>
              <a:rPr lang="en-US" dirty="0" err="1"/>
              <a:t>işlədən</a:t>
            </a:r>
            <a:r>
              <a:rPr lang="en-US" dirty="0"/>
              <a:t> </a:t>
            </a:r>
            <a:r>
              <a:rPr lang="en-US" dirty="0" err="1"/>
              <a:t>proqramın</a:t>
            </a:r>
            <a:r>
              <a:rPr lang="en-US" dirty="0"/>
              <a:t> </a:t>
            </a:r>
            <a:r>
              <a:rPr lang="en-US" dirty="0" err="1"/>
              <a:t>adını</a:t>
            </a:r>
            <a:r>
              <a:rPr lang="en-US" dirty="0"/>
              <a:t> (PID) </a:t>
            </a:r>
            <a:r>
              <a:rPr lang="en-US" dirty="0" err="1"/>
              <a:t>göstər</a:t>
            </a:r>
            <a:r>
              <a:rPr lang="en-US" dirty="0"/>
              <a:t>.</a:t>
            </a:r>
            <a:endParaRPr lang="az-Latn-AZ" dirty="0"/>
          </a:p>
          <a:p>
            <a:r>
              <a:rPr lang="en-US" dirty="0"/>
              <a:t>-n : Adlar </a:t>
            </a:r>
            <a:r>
              <a:rPr lang="en-US" dirty="0" err="1"/>
              <a:t>yerinə</a:t>
            </a:r>
            <a:r>
              <a:rPr lang="en-US" dirty="0"/>
              <a:t> </a:t>
            </a:r>
            <a:r>
              <a:rPr lang="en-US" dirty="0" err="1"/>
              <a:t>birbaşa</a:t>
            </a:r>
            <a:r>
              <a:rPr lang="en-US" dirty="0"/>
              <a:t> </a:t>
            </a:r>
            <a:r>
              <a:rPr lang="en-US" dirty="0" err="1"/>
              <a:t>rəqəmləri</a:t>
            </a:r>
            <a:r>
              <a:rPr lang="en-US" dirty="0"/>
              <a:t> (port </a:t>
            </a:r>
            <a:r>
              <a:rPr lang="en-US" dirty="0" err="1"/>
              <a:t>nömrələrini</a:t>
            </a:r>
            <a:r>
              <a:rPr lang="en-US" dirty="0"/>
              <a:t>) </a:t>
            </a:r>
            <a:r>
              <a:rPr lang="en-US" dirty="0" err="1"/>
              <a:t>göstər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5708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969638F-33AF-07AC-5B02-3EE5D497D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12" y="1312289"/>
            <a:ext cx="11475376" cy="37602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7F77DB-8EC3-ED74-41D5-6B2B8FEB598A}"/>
              </a:ext>
            </a:extLst>
          </p:cNvPr>
          <p:cNvSpPr txBox="1"/>
          <p:nvPr/>
        </p:nvSpPr>
        <p:spPr>
          <a:xfrm>
            <a:off x="358312" y="521005"/>
            <a:ext cx="60976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ss </a:t>
            </a:r>
            <a:r>
              <a:rPr lang="az-Latn-AZ" sz="3200" b="1" dirty="0">
                <a:solidFill>
                  <a:srgbClr val="FF0000"/>
                </a:solidFill>
              </a:rPr>
              <a:t>-</a:t>
            </a:r>
            <a:r>
              <a:rPr lang="en-US" sz="3200" b="1" dirty="0" err="1">
                <a:solidFill>
                  <a:srgbClr val="FF0000"/>
                </a:solidFill>
              </a:rPr>
              <a:t>tulpn</a:t>
            </a:r>
            <a:r>
              <a:rPr lang="az-Latn-AZ" sz="3200" b="1" dirty="0">
                <a:solidFill>
                  <a:srgbClr val="FF0000"/>
                </a:solidFill>
              </a:rPr>
              <a:t> </a:t>
            </a:r>
            <a:endParaRPr lang="en-US" sz="3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1E955C-1488-2E54-2309-078E8E839F95}"/>
              </a:ext>
            </a:extLst>
          </p:cNvPr>
          <p:cNvSpPr txBox="1"/>
          <p:nvPr/>
        </p:nvSpPr>
        <p:spPr>
          <a:xfrm>
            <a:off x="358312" y="5279022"/>
            <a:ext cx="108308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Nəticəni</a:t>
            </a:r>
            <a:r>
              <a:rPr lang="en-US" b="1" dirty="0"/>
              <a:t> </a:t>
            </a:r>
            <a:r>
              <a:rPr lang="en-US" b="1" dirty="0" err="1"/>
              <a:t>Oxumaq</a:t>
            </a:r>
            <a:r>
              <a:rPr lang="en-US" b="1" dirty="0"/>
              <a:t> (Troubleshooting):</a:t>
            </a:r>
            <a:r>
              <a:rPr lang="en-US" dirty="0"/>
              <a:t> </a:t>
            </a:r>
            <a:r>
              <a:rPr lang="en-US" dirty="0" err="1"/>
              <a:t>Əgər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komandanın</a:t>
            </a:r>
            <a:r>
              <a:rPr lang="en-US" dirty="0"/>
              <a:t> </a:t>
            </a:r>
            <a:r>
              <a:rPr lang="en-US" dirty="0" err="1"/>
              <a:t>çıxışında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*:80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0.0.0.0:80</a:t>
            </a:r>
            <a:r>
              <a:rPr lang="en-US" dirty="0"/>
              <a:t> </a:t>
            </a:r>
            <a:r>
              <a:rPr lang="en-US" dirty="0" err="1"/>
              <a:t>qarşısında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LISTEN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apache2</a:t>
            </a:r>
            <a:r>
              <a:rPr lang="en-US" dirty="0"/>
              <a:t> </a:t>
            </a:r>
            <a:r>
              <a:rPr lang="en-US" dirty="0" err="1"/>
              <a:t>görürsünüzsə</a:t>
            </a:r>
            <a:r>
              <a:rPr lang="en-US" dirty="0"/>
              <a:t>, </a:t>
            </a:r>
            <a:r>
              <a:rPr lang="en-US" dirty="0" err="1"/>
              <a:t>deməli</a:t>
            </a:r>
            <a:r>
              <a:rPr lang="en-US" dirty="0"/>
              <a:t> Apache </a:t>
            </a:r>
            <a:r>
              <a:rPr lang="en-US" dirty="0" err="1"/>
              <a:t>serveriniz</a:t>
            </a:r>
            <a:r>
              <a:rPr lang="en-US" dirty="0"/>
              <a:t> </a:t>
            </a:r>
            <a:r>
              <a:rPr lang="en-US" dirty="0" err="1"/>
              <a:t>xarici</a:t>
            </a:r>
            <a:r>
              <a:rPr lang="en-US" dirty="0"/>
              <a:t> </a:t>
            </a:r>
            <a:r>
              <a:rPr lang="en-US" dirty="0" err="1"/>
              <a:t>dünyadan</a:t>
            </a:r>
            <a:r>
              <a:rPr lang="en-US" dirty="0"/>
              <a:t> </a:t>
            </a:r>
            <a:r>
              <a:rPr lang="en-US" dirty="0" err="1"/>
              <a:t>gələcək</a:t>
            </a:r>
            <a:r>
              <a:rPr lang="en-US" dirty="0"/>
              <a:t> </a:t>
            </a:r>
            <a:r>
              <a:rPr lang="en-US" dirty="0" err="1"/>
              <a:t>sorğuları</a:t>
            </a:r>
            <a:r>
              <a:rPr lang="en-US" dirty="0"/>
              <a:t> </a:t>
            </a:r>
            <a:r>
              <a:rPr lang="en-US" dirty="0" err="1"/>
              <a:t>qəbul</a:t>
            </a:r>
            <a:r>
              <a:rPr lang="en-US" dirty="0"/>
              <a:t> </a:t>
            </a:r>
            <a:r>
              <a:rPr lang="en-US" dirty="0" err="1"/>
              <a:t>etməyə</a:t>
            </a:r>
            <a:r>
              <a:rPr lang="en-US" dirty="0"/>
              <a:t> </a:t>
            </a:r>
            <a:r>
              <a:rPr lang="en-US" dirty="0" err="1"/>
              <a:t>hazırdır</a:t>
            </a:r>
            <a:r>
              <a:rPr lang="en-US" dirty="0"/>
              <a:t>. </a:t>
            </a:r>
            <a:r>
              <a:rPr lang="en-US" dirty="0" err="1"/>
              <a:t>Əgər</a:t>
            </a:r>
            <a:r>
              <a:rPr lang="en-US" dirty="0"/>
              <a:t> </a:t>
            </a:r>
            <a:r>
              <a:rPr lang="en-US" dirty="0" err="1"/>
              <a:t>siyahıda</a:t>
            </a:r>
            <a:r>
              <a:rPr lang="en-US" dirty="0"/>
              <a:t> </a:t>
            </a:r>
            <a:r>
              <a:rPr lang="en-US" dirty="0" err="1"/>
              <a:t>yoxdursa</a:t>
            </a:r>
            <a:r>
              <a:rPr lang="en-US" dirty="0"/>
              <a:t>, </a:t>
            </a:r>
            <a:r>
              <a:rPr lang="en-US" dirty="0" err="1"/>
              <a:t>deməli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sönülüdür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səhv</a:t>
            </a:r>
            <a:r>
              <a:rPr lang="en-US" dirty="0"/>
              <a:t> </a:t>
            </a:r>
            <a:r>
              <a:rPr lang="en-US" dirty="0" err="1"/>
              <a:t>portda</a:t>
            </a:r>
            <a:r>
              <a:rPr lang="en-US" dirty="0"/>
              <a:t> </a:t>
            </a:r>
            <a:r>
              <a:rPr lang="en-US" dirty="0" err="1"/>
              <a:t>işləyir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3726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207B-3D5C-BA56-EE1E-1BF88C9B9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Firewall (UFW - Uncomplicated Firewall)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B7385-695B-E19A-A306-759419CDD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Ubuntu-da firewall </a:t>
            </a:r>
            <a:r>
              <a:rPr lang="en-US" dirty="0" err="1"/>
              <a:t>idarə</a:t>
            </a:r>
            <a:r>
              <a:rPr lang="en-US" dirty="0"/>
              <a:t> </a:t>
            </a:r>
            <a:r>
              <a:rPr lang="en-US" dirty="0" err="1"/>
              <a:t>edilməsi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ən</a:t>
            </a:r>
            <a:r>
              <a:rPr lang="en-US" dirty="0"/>
              <a:t> </a:t>
            </a:r>
            <a:r>
              <a:rPr lang="en-US" dirty="0" err="1"/>
              <a:t>rahat</a:t>
            </a:r>
            <a:r>
              <a:rPr lang="en-US" dirty="0"/>
              <a:t> </a:t>
            </a:r>
            <a:r>
              <a:rPr lang="en-US" dirty="0" err="1"/>
              <a:t>alət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UFW</a:t>
            </a:r>
            <a:r>
              <a:rPr lang="en-US" dirty="0"/>
              <a:t>-dir. Firewall </a:t>
            </a:r>
            <a:r>
              <a:rPr lang="en-US" dirty="0" err="1"/>
              <a:t>qaydalarını</a:t>
            </a:r>
            <a:r>
              <a:rPr lang="en-US" dirty="0"/>
              <a:t> </a:t>
            </a:r>
            <a:r>
              <a:rPr lang="en-US" dirty="0" err="1"/>
              <a:t>yoxlamaq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mərhələdə</a:t>
            </a:r>
            <a:r>
              <a:rPr lang="en-US" dirty="0"/>
              <a:t> </a:t>
            </a:r>
            <a:r>
              <a:rPr lang="en-US" dirty="0" err="1"/>
              <a:t>əsas</a:t>
            </a:r>
            <a:r>
              <a:rPr lang="en-US" dirty="0"/>
              <a:t> </a:t>
            </a:r>
            <a:r>
              <a:rPr lang="en-US" dirty="0" err="1"/>
              <a:t>tapşırığınızdır</a:t>
            </a:r>
            <a:r>
              <a:rPr lang="en-US" dirty="0"/>
              <a:t>.  </a:t>
            </a:r>
            <a:endParaRPr lang="az-Latn-AZ" dirty="0"/>
          </a:p>
          <a:p>
            <a:r>
              <a:rPr lang="en-US" dirty="0"/>
              <a:t>Firewall </a:t>
            </a:r>
            <a:r>
              <a:rPr lang="en-US" dirty="0" err="1"/>
              <a:t>statusunu</a:t>
            </a:r>
            <a:r>
              <a:rPr lang="en-US" dirty="0"/>
              <a:t> </a:t>
            </a:r>
            <a:r>
              <a:rPr lang="en-US" dirty="0" err="1"/>
              <a:t>yoxlamaq</a:t>
            </a:r>
            <a:r>
              <a:rPr lang="en-US" dirty="0"/>
              <a:t>: </a:t>
            </a: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ufw</a:t>
            </a:r>
            <a:r>
              <a:rPr lang="en-US" dirty="0">
                <a:solidFill>
                  <a:srgbClr val="FF0000"/>
                </a:solidFill>
              </a:rPr>
              <a:t> status</a:t>
            </a:r>
            <a:endParaRPr lang="az-Latn-AZ" dirty="0">
              <a:solidFill>
                <a:srgbClr val="FF0000"/>
              </a:solidFill>
            </a:endParaRPr>
          </a:p>
          <a:p>
            <a:r>
              <a:rPr lang="en-US" dirty="0"/>
              <a:t>Firewall-u </a:t>
            </a:r>
            <a:r>
              <a:rPr lang="en-US" dirty="0" err="1"/>
              <a:t>aktiv</a:t>
            </a:r>
            <a:r>
              <a:rPr lang="en-US" dirty="0"/>
              <a:t> </a:t>
            </a:r>
            <a:r>
              <a:rPr lang="en-US" dirty="0" err="1"/>
              <a:t>etmək</a:t>
            </a:r>
            <a:r>
              <a:rPr lang="en-US" dirty="0"/>
              <a:t>: </a:t>
            </a: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ufw</a:t>
            </a:r>
            <a:r>
              <a:rPr lang="en-US" dirty="0">
                <a:solidFill>
                  <a:srgbClr val="FF0000"/>
                </a:solidFill>
              </a:rPr>
              <a:t> enable</a:t>
            </a:r>
            <a:endParaRPr lang="az-Latn-AZ" dirty="0">
              <a:solidFill>
                <a:srgbClr val="FF0000"/>
              </a:solidFill>
            </a:endParaRPr>
          </a:p>
          <a:p>
            <a:r>
              <a:rPr lang="en-US" dirty="0"/>
              <a:t>Kritik </a:t>
            </a:r>
            <a:r>
              <a:rPr lang="en-US" dirty="0" err="1"/>
              <a:t>Səhv</a:t>
            </a:r>
            <a:r>
              <a:rPr lang="en-US" dirty="0"/>
              <a:t>: </a:t>
            </a:r>
            <a:r>
              <a:rPr lang="en-US" dirty="0" err="1"/>
              <a:t>Əgər</a:t>
            </a:r>
            <a:r>
              <a:rPr lang="en-US" dirty="0"/>
              <a:t> SSH </a:t>
            </a:r>
            <a:r>
              <a:rPr lang="en-US" dirty="0" err="1"/>
              <a:t>ilə</a:t>
            </a:r>
            <a:r>
              <a:rPr lang="en-US" dirty="0"/>
              <a:t> </a:t>
            </a:r>
            <a:r>
              <a:rPr lang="en-US" dirty="0" err="1"/>
              <a:t>serverə</a:t>
            </a:r>
            <a:r>
              <a:rPr lang="en-US" dirty="0"/>
              <a:t> </a:t>
            </a:r>
            <a:r>
              <a:rPr lang="en-US" dirty="0" err="1"/>
              <a:t>bağlısınızsa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SSH </a:t>
            </a:r>
            <a:r>
              <a:rPr lang="en-US" dirty="0" err="1"/>
              <a:t>portuna</a:t>
            </a:r>
            <a:r>
              <a:rPr lang="en-US" dirty="0"/>
              <a:t> (22) </a:t>
            </a:r>
            <a:r>
              <a:rPr lang="en-US" dirty="0" err="1"/>
              <a:t>icazə</a:t>
            </a:r>
            <a:r>
              <a:rPr lang="en-US" dirty="0"/>
              <a:t> </a:t>
            </a:r>
            <a:r>
              <a:rPr lang="en-US" dirty="0" err="1"/>
              <a:t>vermədən</a:t>
            </a:r>
            <a:r>
              <a:rPr lang="en-US" dirty="0"/>
              <a:t> firewall-u </a:t>
            </a:r>
            <a:r>
              <a:rPr lang="en-US" dirty="0" err="1"/>
              <a:t>aktiv</a:t>
            </a:r>
            <a:r>
              <a:rPr lang="en-US" dirty="0"/>
              <a:t> </a:t>
            </a:r>
            <a:r>
              <a:rPr lang="en-US" dirty="0" err="1"/>
              <a:t>etsəniz</a:t>
            </a:r>
            <a:r>
              <a:rPr lang="en-US" dirty="0"/>
              <a:t>, </a:t>
            </a:r>
            <a:r>
              <a:rPr lang="en-US" dirty="0" err="1"/>
              <a:t>serverlə</a:t>
            </a:r>
            <a:r>
              <a:rPr lang="en-US" dirty="0"/>
              <a:t> </a:t>
            </a:r>
            <a:r>
              <a:rPr lang="en-US" dirty="0" err="1"/>
              <a:t>bağlantınız</a:t>
            </a:r>
            <a:r>
              <a:rPr lang="en-US" dirty="0"/>
              <a:t> </a:t>
            </a:r>
            <a:r>
              <a:rPr lang="en-US" dirty="0" err="1"/>
              <a:t>dərhal</a:t>
            </a:r>
            <a:r>
              <a:rPr lang="en-US" dirty="0"/>
              <a:t> </a:t>
            </a:r>
            <a:r>
              <a:rPr lang="en-US" dirty="0" err="1"/>
              <a:t>qırılacaq</a:t>
            </a:r>
            <a:r>
              <a:rPr lang="en-US" dirty="0"/>
              <a:t>!</a:t>
            </a:r>
            <a:endParaRPr lang="az-Latn-AZ" dirty="0"/>
          </a:p>
          <a:p>
            <a:pPr marL="0" indent="0">
              <a:buNone/>
            </a:pPr>
            <a:r>
              <a:rPr lang="en-US" dirty="0"/>
              <a:t>Düzgün </a:t>
            </a:r>
            <a:r>
              <a:rPr lang="en-US" dirty="0" err="1"/>
              <a:t>ardıcıllıq</a:t>
            </a:r>
            <a:r>
              <a:rPr lang="en-US" dirty="0"/>
              <a:t>:</a:t>
            </a:r>
            <a:endParaRPr lang="az-Latn-AZ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ufw</a:t>
            </a:r>
            <a:r>
              <a:rPr lang="en-US" dirty="0">
                <a:solidFill>
                  <a:srgbClr val="FF0000"/>
                </a:solidFill>
              </a:rPr>
              <a:t> allow 22/</a:t>
            </a:r>
            <a:r>
              <a:rPr lang="en-US" dirty="0" err="1">
                <a:solidFill>
                  <a:srgbClr val="FF0000"/>
                </a:solidFill>
              </a:rPr>
              <a:t>tcp</a:t>
            </a: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# SSH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icazə</a:t>
            </a:r>
            <a:r>
              <a:rPr lang="en-US" dirty="0"/>
              <a:t> </a:t>
            </a:r>
            <a:r>
              <a:rPr lang="en-US" dirty="0" err="1"/>
              <a:t>ver</a:t>
            </a:r>
            <a:r>
              <a:rPr lang="en-US" dirty="0"/>
              <a:t> (</a:t>
            </a:r>
            <a:r>
              <a:rPr lang="en-US" dirty="0" err="1"/>
              <a:t>Bağlantı</a:t>
            </a:r>
            <a:r>
              <a:rPr lang="en-US" dirty="0"/>
              <a:t> </a:t>
            </a:r>
            <a:r>
              <a:rPr lang="en-US" dirty="0" err="1"/>
              <a:t>kəsilməsin</a:t>
            </a:r>
            <a:r>
              <a:rPr lang="en-US" dirty="0"/>
              <a:t>!)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ufw</a:t>
            </a:r>
            <a:r>
              <a:rPr lang="en-US" dirty="0">
                <a:solidFill>
                  <a:srgbClr val="FF0000"/>
                </a:solidFill>
              </a:rPr>
              <a:t> allow 80/</a:t>
            </a:r>
            <a:r>
              <a:rPr lang="en-US" dirty="0" err="1">
                <a:solidFill>
                  <a:srgbClr val="FF0000"/>
                </a:solidFill>
              </a:rPr>
              <a:t>tcp</a:t>
            </a: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# Apache Web Server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icazə</a:t>
            </a:r>
            <a:r>
              <a:rPr lang="en-US" dirty="0"/>
              <a:t> </a:t>
            </a:r>
            <a:r>
              <a:rPr lang="en-US" dirty="0" err="1"/>
              <a:t>ver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ufw</a:t>
            </a:r>
            <a:r>
              <a:rPr lang="en-US" dirty="0">
                <a:solidFill>
                  <a:srgbClr val="FF0000"/>
                </a:solidFill>
              </a:rPr>
              <a:t> enable            </a:t>
            </a:r>
            <a:r>
              <a:rPr lang="en-US" dirty="0"/>
              <a:t># Firewall-u </a:t>
            </a:r>
            <a:r>
              <a:rPr lang="en-US" dirty="0" err="1"/>
              <a:t>rəsmən</a:t>
            </a:r>
            <a:r>
              <a:rPr lang="en-US" dirty="0"/>
              <a:t> </a:t>
            </a:r>
            <a:r>
              <a:rPr lang="en-US" dirty="0" err="1"/>
              <a:t>aktivləşdir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095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88347B-6184-CBF5-7156-70BBF3552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663" y="662924"/>
            <a:ext cx="9532674" cy="553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4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271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Wingdings</vt:lpstr>
      <vt:lpstr>Office Theme</vt:lpstr>
      <vt:lpstr>Firewall və Port Analizi</vt:lpstr>
      <vt:lpstr>Port Analizi (ss və netstat)</vt:lpstr>
      <vt:lpstr>PowerPoint Presentation</vt:lpstr>
      <vt:lpstr>Firewall (UFW - Uncomplicated Firewall)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1</cp:revision>
  <dcterms:created xsi:type="dcterms:W3CDTF">2026-05-31T11:20:08Z</dcterms:created>
  <dcterms:modified xsi:type="dcterms:W3CDTF">2026-05-31T11:38:00Z</dcterms:modified>
</cp:coreProperties>
</file>