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4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3485-A801-F506-0A4B-A93711F6D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76E778-1636-13AD-CEAF-9074827FD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C3509-2B36-EDDF-9E9B-C043961A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36EDA-53FF-4E33-BDC5-07B3622C974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9C92-F022-5B95-3846-CE538B515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EED1-DACD-3202-D930-DD030080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49D7A-6F7A-4A11-AE07-AE203E057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07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8D41D-953A-4F84-F4D3-95093A814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CB9ED-4BC1-386E-3DCD-CE5A869EB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AC960-3548-8F63-548A-7C5CDEB08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36EDA-53FF-4E33-BDC5-07B3622C974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E278C-59BA-A64F-10C4-1AD73C1E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364EF-9919-32C1-C1D4-AA0BE218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49D7A-6F7A-4A11-AE07-AE203E057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57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AFDC0-EA2D-A6FD-1247-F3AF36478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1C395-26F2-8E6D-1AA9-AD0052DB7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10366-303E-F20C-81B0-E3D0E5E2D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36EDA-53FF-4E33-BDC5-07B3622C974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2505A-CB09-AA59-8C1F-C54E980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81CBC-9198-D7C0-5457-B7347F2C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49D7A-6F7A-4A11-AE07-AE203E057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85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288B-0868-5395-B58B-D9DC8962B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CF627-6C68-B384-AB32-A55253FD8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5A7C58-CA1D-1F8D-FF7F-D3A39935E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588BA-ED28-4A66-A967-AF13169F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36EDA-53FF-4E33-BDC5-07B3622C974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12BF5-9348-2C49-AB49-DD4E71F8F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FE594-77FB-C64D-5C89-5CDD21A8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49D7A-6F7A-4A11-AE07-AE203E057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4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3E92D-BBF7-8EEC-9964-81D02914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8BEFB-02A7-1CF7-B29A-435568B15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D7ED4-642E-7725-621E-9F6D0FAD7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77A29-DD65-838D-01B3-0610EFD65C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039520-FB0C-8B1A-A85A-98EA5995C4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CA7623-C846-D177-3734-3DB7AF6B3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36EDA-53FF-4E33-BDC5-07B3622C974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D6141C-4702-ED9D-4AD8-3A29196D7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3C54C8-CBF3-846C-917A-137FB72D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49D7A-6F7A-4A11-AE07-AE203E057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4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A3FF5-1FC7-4C00-DFFE-A5AEAE71C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EDB436-E0B8-4A45-C1C3-D82CB0D76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36EDA-53FF-4E33-BDC5-07B3622C974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E7E7F1-1DA8-9EBD-1BF9-00F157EA5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03BFBD-DCEC-31E4-A62B-3DD94C816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49D7A-6F7A-4A11-AE07-AE203E057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85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B5660-CA37-4736-10F8-C42FF085E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36EDA-53FF-4E33-BDC5-07B3622C974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1EEE40-246C-6662-F88A-E879A24E9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E506C-3F45-B21A-89CF-150702197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49D7A-6F7A-4A11-AE07-AE203E057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9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49D2F-C294-62FE-93FE-18F6C36B7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24D5A-1568-49A1-2F1D-200F51372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EB08AD-C34E-A183-3D9C-147357B9D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58EBF-5B15-836C-54E1-56F71574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36EDA-53FF-4E33-BDC5-07B3622C974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F7196-43FC-4E36-17CD-2FA9DC98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B43D9-ABA0-62F0-3939-BDEFD8313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49D7A-6F7A-4A11-AE07-AE203E057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8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5D781-C4F4-096D-8073-DC712757F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D09116-2AA6-A44D-6E22-0FBE23E469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AB3EE-D0F0-BD56-0B9D-E1A160242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20F65-E7DF-DF5B-A321-D41BD3C2B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36EDA-53FF-4E33-BDC5-07B3622C974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72533-4D2F-4856-6CA6-6D6178675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4B330-E233-889D-C800-D86D6D201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49D7A-6F7A-4A11-AE07-AE203E057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012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116E0-8F60-3A2C-3A6D-141319623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C862A-DA6C-6D0A-91FD-DA9FD9CCF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0556C-1279-9D40-7187-A26CECE2F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36EDA-53FF-4E33-BDC5-07B3622C974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397F9-46A3-92D8-1B5E-9C8ECE3DA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DCE19-1C99-8615-5319-DCBB84383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49D7A-6F7A-4A11-AE07-AE203E057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932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8F051F-9D82-69C7-126E-51C5F47EE4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13F690-FEE4-48E1-9736-571E7EDB1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DF63E-817D-FBCD-542E-F75AAEEC0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36EDA-53FF-4E33-BDC5-07B3622C974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CFB58-FAD1-95C3-426B-CE9C6E872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795AB-42EE-E7FD-C120-161ED2F2F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49D7A-6F7A-4A11-AE07-AE203E057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12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0B793-47ED-622D-E5CE-4F66E3FAF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3F60C-A735-35BB-62F5-09C8E7DE6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1714E-B47F-1D8F-2C44-4BC255E0B3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836EDA-53FF-4E33-BDC5-07B3622C974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AAEA1-67B2-6CE6-D21A-8F10B6C98C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795B7-8B40-70A1-A007-1DF64D50F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49D7A-6F7A-4A11-AE07-AE203E057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01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A9440-0F7B-4D85-4AFA-812347295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63079"/>
            <a:ext cx="9144000" cy="1331841"/>
          </a:xfrm>
        </p:spPr>
        <p:txBody>
          <a:bodyPr>
            <a:normAutofit/>
          </a:bodyPr>
          <a:lstStyle/>
          <a:p>
            <a:r>
              <a:rPr lang="en-US" sz="8000" b="1" dirty="0">
                <a:solidFill>
                  <a:srgbClr val="FF0000"/>
                </a:solidFill>
              </a:rPr>
              <a:t>OU, Users </a:t>
            </a:r>
            <a:r>
              <a:rPr lang="en-US" sz="8000" b="1" dirty="0" err="1">
                <a:solidFill>
                  <a:srgbClr val="FF0000"/>
                </a:solidFill>
              </a:rPr>
              <a:t>və</a:t>
            </a:r>
            <a:r>
              <a:rPr lang="en-US" sz="8000" b="1" dirty="0">
                <a:solidFill>
                  <a:srgbClr val="FF0000"/>
                </a:solidFill>
              </a:rPr>
              <a:t> Groups</a:t>
            </a:r>
          </a:p>
        </p:txBody>
      </p:sp>
    </p:spTree>
    <p:extLst>
      <p:ext uri="{BB962C8B-B14F-4D97-AF65-F5344CB8AC3E}">
        <p14:creationId xmlns:p14="http://schemas.microsoft.com/office/powerpoint/2010/main" val="1227749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3897-8C91-4EDC-243D-D3D851A94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Organizational Unit (OU) </a:t>
            </a:r>
            <a:r>
              <a:rPr lang="en-US" b="1" dirty="0" err="1">
                <a:solidFill>
                  <a:srgbClr val="FF0000"/>
                </a:solidFill>
              </a:rPr>
              <a:t>Strukturunun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Qurulması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AEE09-B665-A992-B1B0-3343B8E10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64065" cy="481148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OU — Active Directory </a:t>
            </a:r>
            <a:r>
              <a:rPr lang="en-US" dirty="0" err="1"/>
              <a:t>daxilində</a:t>
            </a:r>
            <a:r>
              <a:rPr lang="en-US" dirty="0"/>
              <a:t> </a:t>
            </a:r>
            <a:r>
              <a:rPr lang="en-US" dirty="0" err="1"/>
              <a:t>obyektləri</a:t>
            </a:r>
            <a:r>
              <a:rPr lang="en-US" dirty="0"/>
              <a:t> (</a:t>
            </a:r>
            <a:r>
              <a:rPr lang="en-US" dirty="0" err="1"/>
              <a:t>istifadəçi</a:t>
            </a:r>
            <a:r>
              <a:rPr lang="en-US" dirty="0"/>
              <a:t>, </a:t>
            </a:r>
            <a:r>
              <a:rPr lang="en-US" dirty="0" err="1"/>
              <a:t>qrup</a:t>
            </a:r>
            <a:r>
              <a:rPr lang="en-US" dirty="0"/>
              <a:t>, </a:t>
            </a:r>
            <a:r>
              <a:rPr lang="en-US" dirty="0" err="1"/>
              <a:t>kompüter</a:t>
            </a:r>
            <a:r>
              <a:rPr lang="en-US" dirty="0"/>
              <a:t>) </a:t>
            </a:r>
            <a:r>
              <a:rPr lang="en-US" dirty="0" err="1"/>
              <a:t>qruplaşdırmaq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olunan</a:t>
            </a:r>
            <a:r>
              <a:rPr lang="en-US" dirty="0"/>
              <a:t> </a:t>
            </a:r>
            <a:r>
              <a:rPr lang="en-US" dirty="0" err="1"/>
              <a:t>qovluqlardır</a:t>
            </a:r>
            <a:r>
              <a:rPr lang="en-US" dirty="0"/>
              <a:t>. GPO-</a:t>
            </a:r>
            <a:r>
              <a:rPr lang="en-US" dirty="0" err="1"/>
              <a:t>ları</a:t>
            </a:r>
            <a:r>
              <a:rPr lang="en-US" dirty="0"/>
              <a:t> (</a:t>
            </a:r>
            <a:r>
              <a:rPr lang="en-US" dirty="0" err="1"/>
              <a:t>siyasətləri</a:t>
            </a:r>
            <a:r>
              <a:rPr lang="en-US" dirty="0"/>
              <a:t>) </a:t>
            </a:r>
            <a:r>
              <a:rPr lang="en-US" dirty="0" err="1"/>
              <a:t>fərdi</a:t>
            </a:r>
            <a:r>
              <a:rPr lang="en-US" dirty="0"/>
              <a:t> </a:t>
            </a:r>
            <a:r>
              <a:rPr lang="en-US" dirty="0" err="1"/>
              <a:t>istifadəçilərə</a:t>
            </a:r>
            <a:r>
              <a:rPr lang="en-US" dirty="0"/>
              <a:t> </a:t>
            </a:r>
            <a:r>
              <a:rPr lang="en-US" dirty="0" err="1"/>
              <a:t>yox</a:t>
            </a:r>
            <a:r>
              <a:rPr lang="en-US" dirty="0"/>
              <a:t>, </a:t>
            </a:r>
            <a:r>
              <a:rPr lang="en-US" dirty="0" err="1"/>
              <a:t>məhz</a:t>
            </a:r>
            <a:r>
              <a:rPr lang="en-US" dirty="0"/>
              <a:t> OU-</a:t>
            </a:r>
            <a:r>
              <a:rPr lang="en-US" dirty="0" err="1"/>
              <a:t>lara</a:t>
            </a:r>
            <a:r>
              <a:rPr lang="en-US" dirty="0"/>
              <a:t> </a:t>
            </a:r>
            <a:r>
              <a:rPr lang="en-US" dirty="0" err="1"/>
              <a:t>tətbiq</a:t>
            </a:r>
            <a:r>
              <a:rPr lang="en-US" dirty="0"/>
              <a:t> </a:t>
            </a:r>
            <a:r>
              <a:rPr lang="en-US" dirty="0" err="1"/>
              <a:t>edəcəyimiz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çox</a:t>
            </a:r>
            <a:r>
              <a:rPr lang="en-US" dirty="0"/>
              <a:t> </a:t>
            </a:r>
            <a:r>
              <a:rPr lang="en-US" dirty="0" err="1"/>
              <a:t>önəmlidir</a:t>
            </a:r>
            <a:r>
              <a:rPr lang="en-US" dirty="0"/>
              <a:t>.</a:t>
            </a:r>
            <a:endParaRPr lang="az-Latn-AZ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Serverdə</a:t>
            </a:r>
            <a:r>
              <a:rPr lang="en-US" dirty="0"/>
              <a:t> Tools </a:t>
            </a:r>
            <a:r>
              <a:rPr lang="en-US" dirty="0" err="1"/>
              <a:t>menyusundan</a:t>
            </a:r>
            <a:r>
              <a:rPr lang="en-US" dirty="0"/>
              <a:t> Active Directory Users and Computers (ADUC) </a:t>
            </a:r>
            <a:r>
              <a:rPr lang="en-US" dirty="0" err="1"/>
              <a:t>konsolunu</a:t>
            </a:r>
            <a:r>
              <a:rPr lang="en-US" dirty="0"/>
              <a:t> </a:t>
            </a:r>
            <a:r>
              <a:rPr lang="en-US" dirty="0" err="1"/>
              <a:t>aç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Sol </a:t>
            </a:r>
            <a:r>
              <a:rPr lang="en-US" dirty="0" err="1"/>
              <a:t>paneldə</a:t>
            </a:r>
            <a:r>
              <a:rPr lang="en-US" dirty="0"/>
              <a:t> </a:t>
            </a:r>
            <a:r>
              <a:rPr lang="en-US" dirty="0" err="1"/>
              <a:t>corp.local</a:t>
            </a:r>
            <a:r>
              <a:rPr lang="en-US" dirty="0"/>
              <a:t> </a:t>
            </a:r>
            <a:r>
              <a:rPr lang="en-US" dirty="0" err="1"/>
              <a:t>domeninə</a:t>
            </a:r>
            <a:r>
              <a:rPr lang="en-US" dirty="0"/>
              <a:t> </a:t>
            </a:r>
            <a:r>
              <a:rPr lang="en-US" dirty="0" err="1"/>
              <a:t>sağ</a:t>
            </a:r>
            <a:r>
              <a:rPr lang="en-US" dirty="0"/>
              <a:t> </a:t>
            </a:r>
            <a:r>
              <a:rPr lang="en-US" dirty="0" err="1"/>
              <a:t>kliklə</a:t>
            </a:r>
            <a:r>
              <a:rPr lang="en-US" dirty="0"/>
              <a:t> -&gt; New -&gt; Organizational Unit </a:t>
            </a:r>
            <a:r>
              <a:rPr lang="en-US" dirty="0" err="1"/>
              <a:t>seç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İlk </a:t>
            </a:r>
            <a:r>
              <a:rPr lang="en-US" dirty="0" err="1"/>
              <a:t>olaraq</a:t>
            </a:r>
            <a:r>
              <a:rPr lang="en-US" dirty="0"/>
              <a:t> </a:t>
            </a:r>
            <a:r>
              <a:rPr lang="en-US" dirty="0" err="1"/>
              <a:t>şirkətin</a:t>
            </a:r>
            <a:r>
              <a:rPr lang="en-US" dirty="0"/>
              <a:t> </a:t>
            </a:r>
            <a:r>
              <a:rPr lang="en-US" dirty="0" err="1"/>
              <a:t>əsas</a:t>
            </a:r>
            <a:r>
              <a:rPr lang="en-US" dirty="0"/>
              <a:t> </a:t>
            </a:r>
            <a:r>
              <a:rPr lang="en-US" dirty="0" err="1"/>
              <a:t>qovluğunu</a:t>
            </a:r>
            <a:r>
              <a:rPr lang="en-US" dirty="0"/>
              <a:t> </a:t>
            </a:r>
            <a:r>
              <a:rPr lang="en-US" dirty="0" err="1"/>
              <a:t>yarat</a:t>
            </a:r>
            <a:r>
              <a:rPr lang="en-US" dirty="0"/>
              <a:t>: </a:t>
            </a:r>
            <a:r>
              <a:rPr lang="en-US" dirty="0" err="1"/>
              <a:t>Corp_Company</a:t>
            </a:r>
            <a:r>
              <a:rPr lang="en-US" dirty="0"/>
              <a:t>. (</a:t>
            </a:r>
            <a:r>
              <a:rPr lang="en-US" dirty="0" err="1"/>
              <a:t>Daxilindəki</a:t>
            </a:r>
            <a:r>
              <a:rPr lang="en-US" dirty="0"/>
              <a:t> "Protect container from accidental deletion" </a:t>
            </a:r>
            <a:r>
              <a:rPr lang="en-US" dirty="0" err="1"/>
              <a:t>quşunu</a:t>
            </a:r>
            <a:r>
              <a:rPr lang="en-US" dirty="0"/>
              <a:t> </a:t>
            </a:r>
            <a:r>
              <a:rPr lang="en-US" dirty="0" err="1"/>
              <a:t>mütləq</a:t>
            </a:r>
            <a:r>
              <a:rPr lang="en-US" dirty="0"/>
              <a:t> </a:t>
            </a:r>
            <a:r>
              <a:rPr lang="en-US" dirty="0" err="1"/>
              <a:t>saxla</a:t>
            </a:r>
            <a:r>
              <a:rPr lang="en-US" dirty="0"/>
              <a:t> — </a:t>
            </a:r>
            <a:r>
              <a:rPr lang="en-US" dirty="0" err="1"/>
              <a:t>bu</a:t>
            </a:r>
            <a:r>
              <a:rPr lang="en-US" dirty="0"/>
              <a:t>, OU-nun </a:t>
            </a:r>
            <a:r>
              <a:rPr lang="en-US" dirty="0" err="1"/>
              <a:t>səhvən</a:t>
            </a:r>
            <a:r>
              <a:rPr lang="en-US" dirty="0"/>
              <a:t> </a:t>
            </a:r>
            <a:r>
              <a:rPr lang="en-US" dirty="0" err="1"/>
              <a:t>silinməsinin</a:t>
            </a:r>
            <a:r>
              <a:rPr lang="en-US" dirty="0"/>
              <a:t> </a:t>
            </a:r>
            <a:r>
              <a:rPr lang="en-US" dirty="0" err="1"/>
              <a:t>qarşısını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İndi </a:t>
            </a:r>
            <a:r>
              <a:rPr lang="en-US" dirty="0" err="1"/>
              <a:t>isə</a:t>
            </a:r>
            <a:r>
              <a:rPr lang="en-US" dirty="0"/>
              <a:t> </a:t>
            </a:r>
            <a:r>
              <a:rPr lang="en-US" dirty="0" err="1"/>
              <a:t>yaratdığın</a:t>
            </a:r>
            <a:r>
              <a:rPr lang="en-US" dirty="0"/>
              <a:t> </a:t>
            </a:r>
            <a:r>
              <a:rPr lang="en-US" dirty="0" err="1"/>
              <a:t>Corp_Company</a:t>
            </a:r>
            <a:r>
              <a:rPr lang="en-US" dirty="0"/>
              <a:t> </a:t>
            </a:r>
            <a:r>
              <a:rPr lang="en-US" dirty="0" err="1"/>
              <a:t>qovluğunun</a:t>
            </a:r>
            <a:r>
              <a:rPr lang="en-US" dirty="0"/>
              <a:t> </a:t>
            </a:r>
            <a:r>
              <a:rPr lang="en-US" dirty="0" err="1"/>
              <a:t>üzərinə</a:t>
            </a:r>
            <a:r>
              <a:rPr lang="en-US" dirty="0"/>
              <a:t> </a:t>
            </a:r>
            <a:r>
              <a:rPr lang="en-US" dirty="0" err="1"/>
              <a:t>sağ</a:t>
            </a:r>
            <a:r>
              <a:rPr lang="en-US" dirty="0"/>
              <a:t> </a:t>
            </a:r>
            <a:r>
              <a:rPr lang="en-US" dirty="0" err="1"/>
              <a:t>klikləyərək</a:t>
            </a:r>
            <a:r>
              <a:rPr lang="en-US" dirty="0"/>
              <a:t> </a:t>
            </a:r>
            <a:r>
              <a:rPr lang="en-US" dirty="0" err="1"/>
              <a:t>daxilində</a:t>
            </a:r>
            <a:r>
              <a:rPr lang="en-US" dirty="0"/>
              <a:t> 4 alt-OU (sub-OU) </a:t>
            </a:r>
            <a:r>
              <a:rPr lang="en-US" dirty="0" err="1"/>
              <a:t>yarat</a:t>
            </a:r>
            <a:r>
              <a:rPr lang="en-US" dirty="0"/>
              <a:t>:</a:t>
            </a:r>
            <a:endParaRPr lang="az-Latn-AZ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Administration (</a:t>
            </a:r>
            <a:r>
              <a:rPr lang="en-US" dirty="0" err="1"/>
              <a:t>Rəhbərlik</a:t>
            </a:r>
            <a:r>
              <a:rPr lang="en-US" dirty="0"/>
              <a:t>)</a:t>
            </a:r>
          </a:p>
          <a:p>
            <a:r>
              <a:rPr lang="en-US" dirty="0"/>
              <a:t>IT (</a:t>
            </a:r>
            <a:r>
              <a:rPr lang="en-US" dirty="0" err="1"/>
              <a:t>İnformasiya</a:t>
            </a:r>
            <a:r>
              <a:rPr lang="en-US" dirty="0"/>
              <a:t> </a:t>
            </a:r>
            <a:r>
              <a:rPr lang="en-US" dirty="0" err="1"/>
              <a:t>Texnologiyaları</a:t>
            </a:r>
            <a:r>
              <a:rPr lang="en-US" dirty="0"/>
              <a:t>)</a:t>
            </a:r>
          </a:p>
          <a:p>
            <a:r>
              <a:rPr lang="en-US" dirty="0"/>
              <a:t>HR (</a:t>
            </a:r>
            <a:r>
              <a:rPr lang="en-US" dirty="0" err="1"/>
              <a:t>İnsan</a:t>
            </a:r>
            <a:r>
              <a:rPr lang="en-US" dirty="0"/>
              <a:t> </a:t>
            </a:r>
            <a:r>
              <a:rPr lang="en-US" dirty="0" err="1"/>
              <a:t>Resursları</a:t>
            </a:r>
            <a:r>
              <a:rPr lang="en-US" dirty="0"/>
              <a:t>)</a:t>
            </a:r>
          </a:p>
          <a:p>
            <a:r>
              <a:rPr lang="en-US" dirty="0"/>
              <a:t>Finance (</a:t>
            </a:r>
            <a:r>
              <a:rPr lang="en-US" dirty="0" err="1"/>
              <a:t>Maliyyə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5653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BA5D16-D344-7009-C007-E454DB4EC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84" y="441564"/>
            <a:ext cx="4155344" cy="37034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887931-6180-A546-745B-1347CC1A6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933" y="1175665"/>
            <a:ext cx="6114283" cy="512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13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B9FC12-81DD-706B-D3A5-15FF55AD5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32" y="389366"/>
            <a:ext cx="4387052" cy="37819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4BE796-0F0C-4E2D-FE16-CD72D5B16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911" y="2097201"/>
            <a:ext cx="5732580" cy="407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586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60D5A-ED6F-4068-BA70-AF11830B0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522" y="0"/>
            <a:ext cx="10328953" cy="120369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Fərqli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İstifadəçinin</a:t>
            </a:r>
            <a:r>
              <a:rPr lang="en-US" b="1" dirty="0">
                <a:solidFill>
                  <a:srgbClr val="FF0000"/>
                </a:solidFill>
              </a:rPr>
              <a:t> (User) Yaradılması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EED499-E4B2-BCF0-61E1-AA58E6495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107" y="1438382"/>
            <a:ext cx="10859784" cy="531687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/>
              <a:t>İndi </a:t>
            </a:r>
            <a:r>
              <a:rPr lang="en-US" dirty="0" err="1"/>
              <a:t>isə</a:t>
            </a:r>
            <a:r>
              <a:rPr lang="en-US" dirty="0"/>
              <a:t> </a:t>
            </a:r>
            <a:r>
              <a:rPr lang="en-US" dirty="0" err="1"/>
              <a:t>sənədində</a:t>
            </a:r>
            <a:r>
              <a:rPr lang="en-US" dirty="0"/>
              <a:t> </a:t>
            </a:r>
            <a:r>
              <a:rPr lang="en-US" dirty="0" err="1"/>
              <a:t>qeyd</a:t>
            </a:r>
            <a:r>
              <a:rPr lang="en-US" dirty="0"/>
              <a:t> </a:t>
            </a:r>
            <a:r>
              <a:rPr lang="en-US" dirty="0" err="1"/>
              <a:t>olunan</a:t>
            </a:r>
            <a:r>
              <a:rPr lang="en-US" dirty="0"/>
              <a:t> </a:t>
            </a:r>
            <a:r>
              <a:rPr lang="en-US" dirty="0" err="1"/>
              <a:t>tapşırığa</a:t>
            </a:r>
            <a:r>
              <a:rPr lang="en-US" dirty="0"/>
              <a:t> </a:t>
            </a:r>
            <a:r>
              <a:rPr lang="en-US" dirty="0" err="1"/>
              <a:t>əsasən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şöbələrə</a:t>
            </a:r>
            <a:r>
              <a:rPr lang="en-US" dirty="0"/>
              <a:t> real ad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soyadlarla</a:t>
            </a:r>
            <a:r>
              <a:rPr lang="en-US" dirty="0"/>
              <a:t> </a:t>
            </a:r>
            <a:r>
              <a:rPr lang="en-US" dirty="0" err="1"/>
              <a:t>işçilər</a:t>
            </a:r>
            <a:r>
              <a:rPr lang="en-US" dirty="0"/>
              <a:t> </a:t>
            </a:r>
            <a:r>
              <a:rPr lang="en-US" dirty="0" err="1"/>
              <a:t>əlavə</a:t>
            </a:r>
            <a:r>
              <a:rPr lang="en-US" dirty="0"/>
              <a:t> </a:t>
            </a:r>
            <a:r>
              <a:rPr lang="en-US" dirty="0" err="1"/>
              <a:t>edək</a:t>
            </a:r>
            <a:r>
              <a:rPr lang="en-US" dirty="0"/>
              <a:t>.</a:t>
            </a:r>
          </a:p>
          <a:p>
            <a:pPr algn="l"/>
            <a:r>
              <a:rPr lang="az-Latn-AZ" dirty="0"/>
              <a:t>1. </a:t>
            </a:r>
            <a:r>
              <a:rPr lang="en-US" dirty="0" err="1"/>
              <a:t>Müvafiq</a:t>
            </a:r>
            <a:r>
              <a:rPr lang="en-US" dirty="0"/>
              <a:t> OU-nun (</a:t>
            </a:r>
            <a:r>
              <a:rPr lang="en-US" dirty="0" err="1"/>
              <a:t>məsələn</a:t>
            </a:r>
            <a:r>
              <a:rPr lang="en-US" dirty="0"/>
              <a:t>, IT) </a:t>
            </a:r>
            <a:r>
              <a:rPr lang="en-US" dirty="0" err="1"/>
              <a:t>üzərinə</a:t>
            </a:r>
            <a:r>
              <a:rPr lang="en-US" dirty="0"/>
              <a:t> </a:t>
            </a:r>
            <a:r>
              <a:rPr lang="en-US" dirty="0" err="1"/>
              <a:t>sağ</a:t>
            </a:r>
            <a:r>
              <a:rPr lang="en-US" dirty="0"/>
              <a:t> </a:t>
            </a:r>
            <a:r>
              <a:rPr lang="en-US" dirty="0" err="1"/>
              <a:t>kliklə</a:t>
            </a:r>
            <a:r>
              <a:rPr lang="en-US" dirty="0"/>
              <a:t> -&gt; New -&gt; User.</a:t>
            </a:r>
          </a:p>
          <a:p>
            <a:pPr algn="l"/>
            <a:r>
              <a:rPr lang="az-Latn-AZ" dirty="0"/>
              <a:t>2. </a:t>
            </a:r>
            <a:r>
              <a:rPr lang="en-US" dirty="0" err="1"/>
              <a:t>Açılan</a:t>
            </a:r>
            <a:r>
              <a:rPr lang="en-US" dirty="0"/>
              <a:t> </a:t>
            </a:r>
            <a:r>
              <a:rPr lang="en-US" dirty="0" err="1"/>
              <a:t>pəncərədə</a:t>
            </a:r>
            <a:r>
              <a:rPr lang="en-US" dirty="0"/>
              <a:t> </a:t>
            </a:r>
            <a:r>
              <a:rPr lang="en-US" dirty="0" err="1"/>
              <a:t>məlumatları</a:t>
            </a:r>
            <a:r>
              <a:rPr lang="en-US" dirty="0"/>
              <a:t> </a:t>
            </a:r>
            <a:r>
              <a:rPr lang="en-US" dirty="0" err="1"/>
              <a:t>korporativ</a:t>
            </a:r>
            <a:r>
              <a:rPr lang="en-US" dirty="0"/>
              <a:t> </a:t>
            </a:r>
            <a:r>
              <a:rPr lang="en-US" dirty="0" err="1"/>
              <a:t>standarta</a:t>
            </a:r>
            <a:r>
              <a:rPr lang="en-US" dirty="0"/>
              <a:t> </a:t>
            </a:r>
            <a:r>
              <a:rPr lang="en-US" dirty="0" err="1"/>
              <a:t>uyğun</a:t>
            </a:r>
            <a:r>
              <a:rPr lang="en-US" dirty="0"/>
              <a:t> </a:t>
            </a:r>
            <a:r>
              <a:rPr lang="en-US" dirty="0" err="1"/>
              <a:t>doldur</a:t>
            </a:r>
            <a:r>
              <a:rPr lang="en-US" dirty="0"/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First name: Elvin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Last name: Aliyev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User logon name (UPN): </a:t>
            </a:r>
            <a:r>
              <a:rPr lang="en-US" dirty="0" err="1"/>
              <a:t>e.aliyev</a:t>
            </a:r>
            <a:r>
              <a:rPr lang="en-US" dirty="0"/>
              <a:t> (Bu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domenə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</a:t>
            </a:r>
            <a:r>
              <a:rPr lang="en-US" dirty="0" err="1"/>
              <a:t>olacağı</a:t>
            </a:r>
            <a:r>
              <a:rPr lang="en-US" dirty="0"/>
              <a:t> </a:t>
            </a:r>
            <a:r>
              <a:rPr lang="en-US" dirty="0" err="1"/>
              <a:t>addır</a:t>
            </a:r>
            <a:r>
              <a:rPr lang="en-US" dirty="0"/>
              <a:t>: </a:t>
            </a:r>
            <a:r>
              <a:rPr lang="en-US" dirty="0" err="1"/>
              <a:t>e.aliyev@corp.local</a:t>
            </a:r>
            <a:r>
              <a:rPr lang="en-US" dirty="0"/>
              <a:t>).</a:t>
            </a:r>
          </a:p>
          <a:p>
            <a:pPr algn="l"/>
            <a:r>
              <a:rPr lang="az-Latn-AZ" dirty="0"/>
              <a:t>3. </a:t>
            </a:r>
            <a:r>
              <a:rPr lang="en-US" dirty="0"/>
              <a:t>Next et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şifrə</a:t>
            </a:r>
            <a:r>
              <a:rPr lang="en-US" dirty="0"/>
              <a:t> </a:t>
            </a:r>
            <a:r>
              <a:rPr lang="en-US" dirty="0" err="1"/>
              <a:t>təyin</a:t>
            </a:r>
            <a:r>
              <a:rPr lang="en-US" dirty="0"/>
              <a:t> et. "User must change password at next logon" </a:t>
            </a:r>
            <a:r>
              <a:rPr lang="en-US" dirty="0" err="1"/>
              <a:t>funksiyasını</a:t>
            </a:r>
            <a:r>
              <a:rPr lang="en-US" dirty="0"/>
              <a:t> </a:t>
            </a:r>
            <a:r>
              <a:rPr lang="en-US" dirty="0" err="1"/>
              <a:t>işarələ</a:t>
            </a:r>
            <a:r>
              <a:rPr lang="en-US" dirty="0"/>
              <a:t>. (Bu, real </a:t>
            </a:r>
            <a:r>
              <a:rPr lang="en-US" dirty="0" err="1"/>
              <a:t>mühitdə</a:t>
            </a:r>
            <a:r>
              <a:rPr lang="en-US" dirty="0"/>
              <a:t> </a:t>
            </a:r>
            <a:r>
              <a:rPr lang="en-US" dirty="0" err="1"/>
              <a:t>işçinin</a:t>
            </a:r>
            <a:r>
              <a:rPr lang="en-US" dirty="0"/>
              <a:t> </a:t>
            </a:r>
            <a:r>
              <a:rPr lang="en-US" dirty="0" err="1"/>
              <a:t>təhlükəsizlik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öz</a:t>
            </a:r>
            <a:r>
              <a:rPr lang="en-US" dirty="0"/>
              <a:t> </a:t>
            </a:r>
            <a:r>
              <a:rPr lang="en-US" dirty="0" err="1"/>
              <a:t>şifrəsini</a:t>
            </a:r>
            <a:r>
              <a:rPr lang="en-US" dirty="0"/>
              <a:t> ilk </a:t>
            </a:r>
            <a:r>
              <a:rPr lang="en-US" dirty="0" err="1"/>
              <a:t>daxilolmada</a:t>
            </a:r>
            <a:r>
              <a:rPr lang="en-US" dirty="0"/>
              <a:t> </a:t>
            </a:r>
            <a:r>
              <a:rPr lang="en-US" dirty="0" err="1"/>
              <a:t>özünün</a:t>
            </a:r>
            <a:r>
              <a:rPr lang="en-US" dirty="0"/>
              <a:t> </a:t>
            </a:r>
            <a:r>
              <a:rPr lang="en-US" dirty="0" err="1"/>
              <a:t>təyin</a:t>
            </a:r>
            <a:r>
              <a:rPr lang="en-US" dirty="0"/>
              <a:t> </a:t>
            </a:r>
            <a:r>
              <a:rPr lang="en-US" dirty="0" err="1"/>
              <a:t>etməsi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mütləqdir</a:t>
            </a:r>
            <a:r>
              <a:rPr lang="en-US" dirty="0"/>
              <a:t>).</a:t>
            </a:r>
          </a:p>
          <a:p>
            <a:pPr algn="l"/>
            <a:r>
              <a:rPr lang="en-US" dirty="0">
                <a:solidFill>
                  <a:srgbClr val="FF0000"/>
                </a:solidFill>
              </a:rPr>
              <a:t>Yol </a:t>
            </a:r>
            <a:r>
              <a:rPr lang="en-US" dirty="0" err="1">
                <a:solidFill>
                  <a:srgbClr val="FF0000"/>
                </a:solidFill>
              </a:rPr>
              <a:t>xəritənə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uyğun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olaraq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qayda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ilə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ümumilikdə</a:t>
            </a:r>
            <a:r>
              <a:rPr lang="en-US" dirty="0">
                <a:solidFill>
                  <a:srgbClr val="FF0000"/>
                </a:solidFill>
              </a:rPr>
              <a:t> 5 </a:t>
            </a:r>
            <a:r>
              <a:rPr lang="en-US" dirty="0" err="1">
                <a:solidFill>
                  <a:srgbClr val="FF0000"/>
                </a:solidFill>
              </a:rPr>
              <a:t>istifadəçi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yarat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IT OU-</a:t>
            </a:r>
            <a:r>
              <a:rPr lang="en-US" dirty="0" err="1"/>
              <a:t>suna</a:t>
            </a:r>
            <a:r>
              <a:rPr lang="en-US" dirty="0"/>
              <a:t>: Elvin Aliyev (</a:t>
            </a:r>
            <a:r>
              <a:rPr lang="en-US" dirty="0" err="1"/>
              <a:t>e.aliyev</a:t>
            </a:r>
            <a:r>
              <a:rPr lang="en-US" dirty="0"/>
              <a:t>) </a:t>
            </a:r>
            <a:r>
              <a:rPr lang="en-US" dirty="0" err="1"/>
              <a:t>və</a:t>
            </a:r>
            <a:r>
              <a:rPr lang="en-US" dirty="0"/>
              <a:t> Anar Mammadov (</a:t>
            </a:r>
            <a:r>
              <a:rPr lang="en-US" dirty="0" err="1"/>
              <a:t>a.mammadov</a:t>
            </a:r>
            <a:r>
              <a:rPr lang="en-US" dirty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HR OU-</a:t>
            </a:r>
            <a:r>
              <a:rPr lang="en-US" dirty="0" err="1"/>
              <a:t>suna</a:t>
            </a:r>
            <a:r>
              <a:rPr lang="en-US" dirty="0"/>
              <a:t>: Lala Hasanova (</a:t>
            </a:r>
            <a:r>
              <a:rPr lang="en-US" dirty="0" err="1"/>
              <a:t>l.hasanova</a:t>
            </a:r>
            <a:r>
              <a:rPr lang="en-US" dirty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Finance OU-</a:t>
            </a:r>
            <a:r>
              <a:rPr lang="en-US" dirty="0" err="1"/>
              <a:t>suna</a:t>
            </a:r>
            <a:r>
              <a:rPr lang="en-US" dirty="0"/>
              <a:t>: Kamran Qasimov (</a:t>
            </a:r>
            <a:r>
              <a:rPr lang="en-US" dirty="0" err="1"/>
              <a:t>k.qasimov</a:t>
            </a:r>
            <a:r>
              <a:rPr lang="en-US" dirty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Administration OU-</a:t>
            </a:r>
            <a:r>
              <a:rPr lang="en-US" dirty="0" err="1"/>
              <a:t>suna</a:t>
            </a:r>
            <a:r>
              <a:rPr lang="en-US" dirty="0"/>
              <a:t>: Leyla Aliyeva (</a:t>
            </a:r>
            <a:r>
              <a:rPr lang="en-US" dirty="0" err="1"/>
              <a:t>l.aliyeva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6584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01E91D-FA60-1380-7F78-0F412AE51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51" y="290477"/>
            <a:ext cx="4908262" cy="31385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1AF6ED-0C5A-CF18-43EB-219029F05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796" y="3679856"/>
            <a:ext cx="3346026" cy="2887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0FA9A0-7FEE-DB05-ADE8-93887BBBD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24726"/>
            <a:ext cx="5091067" cy="371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145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4430A-1C5D-1429-0EAC-479384752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827" y="770562"/>
            <a:ext cx="11729663" cy="756489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 err="1">
                <a:solidFill>
                  <a:srgbClr val="FF0000"/>
                </a:solidFill>
              </a:rPr>
              <a:t>Struktur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Qrupunun</a:t>
            </a:r>
            <a:r>
              <a:rPr lang="en-US" sz="4400" b="1" dirty="0">
                <a:solidFill>
                  <a:srgbClr val="FF0000"/>
                </a:solidFill>
              </a:rPr>
              <a:t> (Groups) Yaradılması </a:t>
            </a:r>
            <a:r>
              <a:rPr lang="en-US" sz="4400" b="1" dirty="0" err="1">
                <a:solidFill>
                  <a:srgbClr val="FF0000"/>
                </a:solidFill>
              </a:rPr>
              <a:t>və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Üzvlük</a:t>
            </a:r>
            <a:endParaRPr lang="en-US" sz="4400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3CF30A-441D-4052-BF14-2D423EE6F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827" y="1835275"/>
            <a:ext cx="11630345" cy="4647717"/>
          </a:xfrm>
        </p:spPr>
        <p:txBody>
          <a:bodyPr>
            <a:normAutofit/>
          </a:bodyPr>
          <a:lstStyle/>
          <a:p>
            <a:pPr algn="l"/>
            <a:r>
              <a:rPr lang="en-US" dirty="0" err="1"/>
              <a:t>İnzibatçılıqda</a:t>
            </a:r>
            <a:r>
              <a:rPr lang="en-US" dirty="0"/>
              <a:t> </a:t>
            </a:r>
            <a:r>
              <a:rPr lang="en-US" dirty="0" err="1"/>
              <a:t>qızıl</a:t>
            </a:r>
            <a:r>
              <a:rPr lang="en-US" dirty="0"/>
              <a:t> </a:t>
            </a:r>
            <a:r>
              <a:rPr lang="en-US" dirty="0" err="1"/>
              <a:t>qayda</a:t>
            </a:r>
            <a:r>
              <a:rPr lang="en-US" dirty="0"/>
              <a:t>: </a:t>
            </a:r>
            <a:r>
              <a:rPr lang="en-US" dirty="0" err="1"/>
              <a:t>İcazələr</a:t>
            </a:r>
            <a:r>
              <a:rPr lang="en-US" dirty="0"/>
              <a:t> </a:t>
            </a:r>
            <a:r>
              <a:rPr lang="en-US" dirty="0" err="1"/>
              <a:t>tək-tək</a:t>
            </a:r>
            <a:r>
              <a:rPr lang="en-US" dirty="0"/>
              <a:t> </a:t>
            </a:r>
            <a:r>
              <a:rPr lang="en-US" dirty="0" err="1"/>
              <a:t>istifadəçilərə</a:t>
            </a:r>
            <a:r>
              <a:rPr lang="en-US" dirty="0"/>
              <a:t> </a:t>
            </a:r>
            <a:r>
              <a:rPr lang="en-US" dirty="0" err="1"/>
              <a:t>yox</a:t>
            </a:r>
            <a:r>
              <a:rPr lang="en-US" dirty="0"/>
              <a:t>, </a:t>
            </a:r>
            <a:r>
              <a:rPr lang="en-US" dirty="0" err="1"/>
              <a:t>həmişə</a:t>
            </a:r>
            <a:r>
              <a:rPr lang="en-US" dirty="0"/>
              <a:t> </a:t>
            </a:r>
            <a:r>
              <a:rPr lang="en-US" dirty="0" err="1"/>
              <a:t>qruplara</a:t>
            </a:r>
            <a:r>
              <a:rPr lang="en-US" dirty="0"/>
              <a:t> </a:t>
            </a:r>
            <a:r>
              <a:rPr lang="en-US" dirty="0" err="1"/>
              <a:t>verilir</a:t>
            </a:r>
            <a:r>
              <a:rPr lang="en-US" dirty="0"/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 err="1"/>
              <a:t>Müvafiq</a:t>
            </a:r>
            <a:r>
              <a:rPr lang="az-Latn-AZ" dirty="0"/>
              <a:t> Group</a:t>
            </a:r>
            <a:r>
              <a:rPr lang="en-US" dirty="0"/>
              <a:t> OU</a:t>
            </a:r>
            <a:r>
              <a:rPr lang="az-Latn-AZ" dirty="0"/>
              <a:t> yarat və </a:t>
            </a:r>
            <a:r>
              <a:rPr lang="en-US" dirty="0" err="1"/>
              <a:t>sağ</a:t>
            </a:r>
            <a:r>
              <a:rPr lang="en-US" dirty="0"/>
              <a:t> </a:t>
            </a:r>
            <a:r>
              <a:rPr lang="en-US" dirty="0" err="1"/>
              <a:t>kliklə</a:t>
            </a:r>
            <a:r>
              <a:rPr lang="en-US" dirty="0"/>
              <a:t> -&gt; New -&gt; Group.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 err="1"/>
              <a:t>Qrup</a:t>
            </a:r>
            <a:r>
              <a:rPr lang="en-US" dirty="0"/>
              <a:t> </a:t>
            </a:r>
            <a:r>
              <a:rPr lang="en-US" dirty="0" err="1"/>
              <a:t>adlarını</a:t>
            </a:r>
            <a:r>
              <a:rPr lang="en-US" dirty="0"/>
              <a:t> </a:t>
            </a:r>
            <a:r>
              <a:rPr lang="en-US" dirty="0" err="1"/>
              <a:t>bütöv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anlaşılan</a:t>
            </a:r>
            <a:r>
              <a:rPr lang="en-US" dirty="0"/>
              <a:t> </a:t>
            </a:r>
            <a:r>
              <a:rPr lang="en-US" dirty="0" err="1"/>
              <a:t>yaz</a:t>
            </a:r>
            <a:r>
              <a:rPr lang="en-US" dirty="0"/>
              <a:t> (</a:t>
            </a:r>
            <a:r>
              <a:rPr lang="en-US" dirty="0" err="1"/>
              <a:t>məsələn</a:t>
            </a:r>
            <a:r>
              <a:rPr lang="en-US" dirty="0"/>
              <a:t>: </a:t>
            </a:r>
            <a:r>
              <a:rPr lang="en-US" dirty="0" err="1"/>
              <a:t>IT_Admins</a:t>
            </a:r>
            <a:r>
              <a:rPr lang="en-US" dirty="0"/>
              <a:t>, </a:t>
            </a:r>
            <a:r>
              <a:rPr lang="en-US" dirty="0" err="1"/>
              <a:t>HR_Staff</a:t>
            </a:r>
            <a:r>
              <a:rPr lang="en-US" dirty="0"/>
              <a:t>, </a:t>
            </a:r>
            <a:r>
              <a:rPr lang="en-US" dirty="0" err="1"/>
              <a:t>Finance_Dept</a:t>
            </a:r>
            <a:r>
              <a:rPr lang="en-US" dirty="0"/>
              <a:t>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Group scope: Global, Group type: Security </a:t>
            </a:r>
            <a:r>
              <a:rPr lang="en-US" dirty="0" err="1"/>
              <a:t>olaraq</a:t>
            </a:r>
            <a:r>
              <a:rPr lang="en-US" dirty="0"/>
              <a:t> </a:t>
            </a:r>
            <a:r>
              <a:rPr lang="en-US" dirty="0" err="1"/>
              <a:t>saxla</a:t>
            </a:r>
            <a:r>
              <a:rPr lang="en-US" dirty="0"/>
              <a:t>. (</a:t>
            </a:r>
            <a:r>
              <a:rPr lang="en-US" dirty="0" err="1"/>
              <a:t>Çünki</a:t>
            </a:r>
            <a:r>
              <a:rPr lang="en-US" dirty="0"/>
              <a:t> Security </a:t>
            </a:r>
            <a:r>
              <a:rPr lang="en-US" dirty="0" err="1"/>
              <a:t>qrupları</a:t>
            </a:r>
            <a:r>
              <a:rPr lang="en-US" dirty="0"/>
              <a:t> </a:t>
            </a:r>
            <a:r>
              <a:rPr lang="en-US" dirty="0" err="1"/>
              <a:t>həm</a:t>
            </a:r>
            <a:r>
              <a:rPr lang="en-US" dirty="0"/>
              <a:t> </a:t>
            </a:r>
            <a:r>
              <a:rPr lang="en-US" dirty="0" err="1"/>
              <a:t>fayllara</a:t>
            </a:r>
            <a:r>
              <a:rPr lang="en-US" dirty="0"/>
              <a:t> </a:t>
            </a:r>
            <a:r>
              <a:rPr lang="en-US" dirty="0" err="1"/>
              <a:t>icazə</a:t>
            </a:r>
            <a:r>
              <a:rPr lang="en-US" dirty="0"/>
              <a:t> </a:t>
            </a:r>
            <a:r>
              <a:rPr lang="en-US" dirty="0" err="1"/>
              <a:t>vermək</a:t>
            </a:r>
            <a:r>
              <a:rPr lang="en-US" dirty="0"/>
              <a:t>, </a:t>
            </a:r>
            <a:r>
              <a:rPr lang="en-US" dirty="0" err="1"/>
              <a:t>həm</a:t>
            </a:r>
            <a:r>
              <a:rPr lang="en-US" dirty="0"/>
              <a:t> </a:t>
            </a:r>
            <a:r>
              <a:rPr lang="en-US" dirty="0" err="1"/>
              <a:t>də</a:t>
            </a:r>
            <a:r>
              <a:rPr lang="en-US" dirty="0"/>
              <a:t> </a:t>
            </a:r>
            <a:r>
              <a:rPr lang="en-US" dirty="0" err="1"/>
              <a:t>mərkəzi</a:t>
            </a:r>
            <a:r>
              <a:rPr lang="en-US" dirty="0"/>
              <a:t> </a:t>
            </a:r>
            <a:r>
              <a:rPr lang="en-US" dirty="0" err="1"/>
              <a:t>idarəetmə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istifadə</a:t>
            </a:r>
            <a:r>
              <a:rPr lang="en-US" dirty="0"/>
              <a:t> </a:t>
            </a:r>
            <a:r>
              <a:rPr lang="en-US" dirty="0" err="1"/>
              <a:t>olunur</a:t>
            </a:r>
            <a:r>
              <a:rPr lang="en-US" dirty="0"/>
              <a:t>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 err="1"/>
              <a:t>İstifadəçiləri</a:t>
            </a:r>
            <a:r>
              <a:rPr lang="en-US" dirty="0"/>
              <a:t> </a:t>
            </a:r>
            <a:r>
              <a:rPr lang="en-US" dirty="0" err="1"/>
              <a:t>qrupa</a:t>
            </a:r>
            <a:r>
              <a:rPr lang="en-US" dirty="0"/>
              <a:t> </a:t>
            </a:r>
            <a:r>
              <a:rPr lang="en-US" dirty="0" err="1"/>
              <a:t>əlavə</a:t>
            </a:r>
            <a:r>
              <a:rPr lang="en-US" dirty="0"/>
              <a:t> </a:t>
            </a:r>
            <a:r>
              <a:rPr lang="en-US" dirty="0" err="1"/>
              <a:t>etmək</a:t>
            </a:r>
            <a:r>
              <a:rPr lang="en-US" dirty="0"/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Yaratdığın</a:t>
            </a:r>
            <a:r>
              <a:rPr lang="en-US" dirty="0"/>
              <a:t> </a:t>
            </a:r>
            <a:r>
              <a:rPr lang="en-US" dirty="0" err="1"/>
              <a:t>IT_Admins</a:t>
            </a:r>
            <a:r>
              <a:rPr lang="en-US" dirty="0"/>
              <a:t> </a:t>
            </a:r>
            <a:r>
              <a:rPr lang="en-US" dirty="0" err="1"/>
              <a:t>qrupunun</a:t>
            </a:r>
            <a:r>
              <a:rPr lang="en-US" dirty="0"/>
              <a:t> </a:t>
            </a:r>
            <a:r>
              <a:rPr lang="en-US" dirty="0" err="1"/>
              <a:t>üzərinə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dəfə</a:t>
            </a:r>
            <a:r>
              <a:rPr lang="en-US" dirty="0"/>
              <a:t> </a:t>
            </a:r>
            <a:r>
              <a:rPr lang="en-US" dirty="0" err="1"/>
              <a:t>kliklə</a:t>
            </a:r>
            <a:r>
              <a:rPr lang="en-US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Members </a:t>
            </a:r>
            <a:r>
              <a:rPr lang="en-US" dirty="0" err="1"/>
              <a:t>tabına</a:t>
            </a:r>
            <a:r>
              <a:rPr lang="en-US" dirty="0"/>
              <a:t> </a:t>
            </a:r>
            <a:r>
              <a:rPr lang="en-US" dirty="0" err="1"/>
              <a:t>keç</a:t>
            </a:r>
            <a:r>
              <a:rPr lang="en-US" dirty="0"/>
              <a:t> -&gt; Add </a:t>
            </a:r>
            <a:r>
              <a:rPr lang="en-US" dirty="0" err="1"/>
              <a:t>düyməsini</a:t>
            </a:r>
            <a:r>
              <a:rPr lang="en-US" dirty="0"/>
              <a:t> </a:t>
            </a:r>
            <a:r>
              <a:rPr lang="en-US" dirty="0" err="1"/>
              <a:t>sıx</a:t>
            </a:r>
            <a:r>
              <a:rPr lang="en-US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Bura </a:t>
            </a:r>
            <a:r>
              <a:rPr lang="en-US" dirty="0" err="1"/>
              <a:t>e.aliyev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a.mammadov</a:t>
            </a:r>
            <a:r>
              <a:rPr lang="en-US" dirty="0"/>
              <a:t> </a:t>
            </a:r>
            <a:r>
              <a:rPr lang="en-US" dirty="0" err="1"/>
              <a:t>yazıb</a:t>
            </a:r>
            <a:r>
              <a:rPr lang="en-US" dirty="0"/>
              <a:t> Check Names et </a:t>
            </a:r>
            <a:r>
              <a:rPr lang="en-US" dirty="0" err="1"/>
              <a:t>və</a:t>
            </a:r>
            <a:r>
              <a:rPr lang="en-US" dirty="0"/>
              <a:t> OK </a:t>
            </a:r>
            <a:r>
              <a:rPr lang="en-US" dirty="0" err="1"/>
              <a:t>sıxaraq</a:t>
            </a:r>
            <a:r>
              <a:rPr lang="en-US" dirty="0"/>
              <a:t> </a:t>
            </a:r>
            <a:r>
              <a:rPr lang="en-US" dirty="0" err="1"/>
              <a:t>əlavə</a:t>
            </a:r>
            <a:r>
              <a:rPr lang="en-US" dirty="0"/>
              <a:t> 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Eyni</a:t>
            </a:r>
            <a:r>
              <a:rPr lang="en-US" dirty="0"/>
              <a:t> </a:t>
            </a:r>
            <a:r>
              <a:rPr lang="en-US" dirty="0" err="1"/>
              <a:t>prosesi</a:t>
            </a:r>
            <a:r>
              <a:rPr lang="en-US" dirty="0"/>
              <a:t> </a:t>
            </a:r>
            <a:r>
              <a:rPr lang="en-US" dirty="0" err="1"/>
              <a:t>digər</a:t>
            </a:r>
            <a:r>
              <a:rPr lang="en-US" dirty="0"/>
              <a:t> </a:t>
            </a:r>
            <a:r>
              <a:rPr lang="en-US" dirty="0" err="1"/>
              <a:t>qruplar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işçilər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də</a:t>
            </a:r>
            <a:r>
              <a:rPr lang="en-US" dirty="0"/>
              <a:t> </a:t>
            </a:r>
            <a:r>
              <a:rPr lang="en-US" dirty="0" err="1"/>
              <a:t>təkrarla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2449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85C673-4CB0-534B-8A4C-7257203DE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62" y="237496"/>
            <a:ext cx="4516024" cy="3910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DB3D47-8AC4-04A1-6CF7-131BEF377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891" y="2243754"/>
            <a:ext cx="5903614" cy="391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404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CBD350-1C7F-60C0-6E80-89C60AA7D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2" t="14351" b="8201"/>
          <a:stretch>
            <a:fillRect/>
          </a:stretch>
        </p:blipFill>
        <p:spPr>
          <a:xfrm>
            <a:off x="340875" y="503434"/>
            <a:ext cx="6336144" cy="40993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28ECEF-10AC-6745-9A75-D4471AFD4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560" y="1109189"/>
            <a:ext cx="4235420" cy="488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843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462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OU, Users və Groups</vt:lpstr>
      <vt:lpstr>Organizational Unit (OU) Strukturunun Qurulması</vt:lpstr>
      <vt:lpstr>PowerPoint Presentation</vt:lpstr>
      <vt:lpstr>PowerPoint Presentation</vt:lpstr>
      <vt:lpstr>Fərqli İstifadəçinin (User) Yaradılması</vt:lpstr>
      <vt:lpstr>PowerPoint Presentation</vt:lpstr>
      <vt:lpstr>Struktur Qrupunun (Groups) Yaradılması və Üzvlük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1</cp:revision>
  <dcterms:created xsi:type="dcterms:W3CDTF">2026-06-06T23:00:42Z</dcterms:created>
  <dcterms:modified xsi:type="dcterms:W3CDTF">2026-06-06T23:13:48Z</dcterms:modified>
</cp:coreProperties>
</file>