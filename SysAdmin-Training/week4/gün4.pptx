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8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229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65390-492B-76CC-E050-EDC7EB222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E7AA7-ACCD-73D5-9B80-D28AF7DA4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85734-A44E-5663-B971-00C5F60CB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BABA8-21C1-BEB7-5B1B-34F0E55C8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9AB34-6995-C032-9E79-FE51C7BFB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9698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A9156-D869-1952-4C19-4A8C92B50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2DE34-903B-B871-9770-F3A4CFF60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2AD4B-C591-2293-4413-B83A562AD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5C0A3-AC83-54C1-C7DB-8D745E98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021F5-4F3D-A17D-9ED4-849BBC68E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5350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F2DCD-0C8D-032E-E83F-7A316368A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F70B6C-8F0B-36D0-253C-67DE26CD0C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70C3F-598E-8021-DD93-EF1CA5919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8983A-A949-2DAF-B63D-8228FCBA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CE00F8-2BE6-5434-3FEE-1B41C3FF8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1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0BBF6-ADBC-615F-11A7-CA37510D8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F56E3-E051-450B-14BB-DBF76C044C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A90D98-03F1-BDB2-727A-2EC145F78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3E41-1566-099E-FB43-3CE43C632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1E79F-9FE8-44B6-01C7-B46E117DE0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AB414-EC73-9D6B-46B7-DB7A29F3A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626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D99-227B-3A79-122C-0132D5E5E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7F886-599C-75C7-6211-A541A23B6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D37DCB-E046-7ED9-A4F0-61DDF85712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7AA66A-E4ED-5118-8342-858E2DB40F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D0E70B-2376-AA0E-51FA-F9CB2EF790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6C2C12-BDB0-6293-976B-94D5FB8BE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F73D2-7BD4-1351-2898-0D4DECEF6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451FB3-007B-EC6B-C45C-5A51B3F1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2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370D-0AFF-ED8F-A949-E60EE6CC8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446B4-A3AF-2613-EF91-80D38ED39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4E610-4DEA-C588-5731-5D5B90B6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BAEDF4-39A3-D9D6-BB0C-190072D8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6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E04C94-3A7E-367D-DBC1-8B5FD2BAF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1C4656-BD8E-FA71-1F76-BEF19B00D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AE99B-9C2D-47E3-0746-E691E712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93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FA89E-2156-E93D-D8EA-D33840E6D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94C7F1-6692-9E8A-5FEC-40923875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B6672-6F7E-41AB-32E8-6CD8A4886F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3898F-CEFD-53F2-E2C7-3BD78367E3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FFFE19-4827-51C2-0380-1E4667C94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353BD5-8342-C79C-23B9-9FACE01B8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776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A5A43-9127-61B6-3317-B4B34AE4B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6E1532-0682-86C0-7A8A-419644362E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9B2A37-FE40-4C62-4AD3-44812AAEE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4F8DFC-EA7F-F34D-5BEE-CDDDC328B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DC32A-7A07-AAD5-3483-16303188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197B4-304A-51C7-74C1-BDD0D222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09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60DCA-E06A-DF71-B12E-8DA674BBF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4B302-F764-72D0-971F-831FAD04FB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50F7C-412B-8E27-87EB-79CE975CA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50797-094E-006D-859F-7D6116D95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76850-260B-99FD-B73C-9E826F3E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819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C0A38A-319F-6AE1-76D7-93FE1EFB7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B3E96-2199-72EE-44DA-FE18043CB3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63871-16DF-56D1-07C0-C2AE96073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C29026-1AA8-D1B5-FAD7-3163D44C6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5AFC41-D364-65C1-02C1-E7FB2B73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175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5AC540-721B-2F23-A576-1C5D43C4B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4D389-A0C5-4C2C-02A4-3B801B6D0B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3802B-0120-7C27-9F63-5B1A7AF176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CAD4E4-7F3D-4C7B-9A6D-0334C58183DA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CE65B-B918-20BB-8B60-DDEA8FA0FC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9592F0-566F-D05C-90A9-AA3984F4A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D37A13-075D-4418-ABC7-4742769E8E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787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51580E-1D99-38EF-FBF2-A6A8D87612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77530"/>
            <a:ext cx="9144000" cy="1102939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Group Policy (GPO)</a:t>
            </a:r>
          </a:p>
        </p:txBody>
      </p:sp>
    </p:spTree>
    <p:extLst>
      <p:ext uri="{BB962C8B-B14F-4D97-AF65-F5344CB8AC3E}">
        <p14:creationId xmlns:p14="http://schemas.microsoft.com/office/powerpoint/2010/main" val="343078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EB4C-C189-EC68-B137-057261EB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Group Policy Management </a:t>
            </a:r>
            <a:r>
              <a:rPr lang="en-US" b="1" dirty="0" err="1">
                <a:solidFill>
                  <a:srgbClr val="FF0000"/>
                </a:solidFill>
              </a:rPr>
              <a:t>Konsolu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ilə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Tanışlıq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633FA5-B540-5C5A-DE23-5B750457F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Serverdə</a:t>
            </a:r>
            <a:r>
              <a:rPr lang="en-US" dirty="0"/>
              <a:t> Tools -&gt; Group Policy Management </a:t>
            </a:r>
            <a:r>
              <a:rPr lang="en-US" dirty="0" err="1"/>
              <a:t>konsolunu</a:t>
            </a:r>
            <a:r>
              <a:rPr lang="en-US" dirty="0"/>
              <a:t> </a:t>
            </a:r>
            <a:r>
              <a:rPr lang="en-US" dirty="0" err="1"/>
              <a:t>aç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Sol </a:t>
            </a:r>
            <a:r>
              <a:rPr lang="en-US" dirty="0" err="1"/>
              <a:t>tərəfdə</a:t>
            </a:r>
            <a:r>
              <a:rPr lang="en-US" dirty="0"/>
              <a:t> Forest: </a:t>
            </a:r>
            <a:r>
              <a:rPr lang="en-US" dirty="0" err="1"/>
              <a:t>corp.local</a:t>
            </a:r>
            <a:r>
              <a:rPr lang="en-US" dirty="0"/>
              <a:t> -&gt; Domains -&gt; </a:t>
            </a:r>
            <a:r>
              <a:rPr lang="en-US" dirty="0" err="1"/>
              <a:t>corp.local</a:t>
            </a:r>
            <a:r>
              <a:rPr lang="en-US" dirty="0"/>
              <a:t> </a:t>
            </a:r>
            <a:r>
              <a:rPr lang="en-US" dirty="0" err="1"/>
              <a:t>qovluğunu</a:t>
            </a:r>
            <a:r>
              <a:rPr lang="en-US" dirty="0"/>
              <a:t> </a:t>
            </a:r>
            <a:r>
              <a:rPr lang="en-US" dirty="0" err="1"/>
              <a:t>genişləndir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Burada</a:t>
            </a:r>
            <a:r>
              <a:rPr lang="en-US" dirty="0"/>
              <a:t> Gün 2-də </a:t>
            </a:r>
            <a:r>
              <a:rPr lang="en-US" dirty="0" err="1"/>
              <a:t>yaratdığın</a:t>
            </a:r>
            <a:r>
              <a:rPr lang="en-US" dirty="0"/>
              <a:t> </a:t>
            </a:r>
            <a:r>
              <a:rPr lang="en-US" dirty="0" err="1"/>
              <a:t>Corp_Company</a:t>
            </a:r>
            <a:r>
              <a:rPr lang="en-US" dirty="0"/>
              <a:t> OU-</a:t>
            </a:r>
            <a:r>
              <a:rPr lang="en-US" dirty="0" err="1"/>
              <a:t>sunu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onun</a:t>
            </a:r>
            <a:r>
              <a:rPr lang="en-US" dirty="0"/>
              <a:t> </a:t>
            </a:r>
            <a:r>
              <a:rPr lang="en-US" dirty="0" err="1"/>
              <a:t>daxilindəki</a:t>
            </a:r>
            <a:r>
              <a:rPr lang="en-US" dirty="0"/>
              <a:t> alt </a:t>
            </a:r>
            <a:r>
              <a:rPr lang="en-US" dirty="0" err="1"/>
              <a:t>qovluqları</a:t>
            </a:r>
            <a:r>
              <a:rPr lang="en-US" dirty="0"/>
              <a:t> (IT, HR, Finance) </a:t>
            </a:r>
            <a:r>
              <a:rPr lang="en-US" dirty="0" err="1"/>
              <a:t>görəcəksən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GPO-</a:t>
            </a:r>
            <a:r>
              <a:rPr lang="en-US" dirty="0" err="1"/>
              <a:t>ları</a:t>
            </a:r>
            <a:r>
              <a:rPr lang="en-US" dirty="0"/>
              <a:t> </a:t>
            </a:r>
            <a:r>
              <a:rPr lang="en-US" dirty="0" err="1"/>
              <a:t>idarə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yeni </a:t>
            </a:r>
            <a:r>
              <a:rPr lang="en-US" dirty="0" err="1"/>
              <a:t>siyasətlər</a:t>
            </a:r>
            <a:r>
              <a:rPr lang="en-US" dirty="0"/>
              <a:t> </a:t>
            </a:r>
            <a:r>
              <a:rPr lang="en-US" dirty="0" err="1"/>
              <a:t>ilkin</a:t>
            </a:r>
            <a:r>
              <a:rPr lang="en-US" dirty="0"/>
              <a:t> </a:t>
            </a:r>
            <a:r>
              <a:rPr lang="en-US" dirty="0" err="1"/>
              <a:t>olaraq</a:t>
            </a:r>
            <a:r>
              <a:rPr lang="en-US" dirty="0"/>
              <a:t> Group Policy Objects </a:t>
            </a:r>
            <a:r>
              <a:rPr lang="en-US" dirty="0" err="1"/>
              <a:t>qovluğunun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yaradılır</a:t>
            </a:r>
            <a:r>
              <a:rPr lang="en-US" dirty="0"/>
              <a:t>,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sonra</a:t>
            </a:r>
            <a:r>
              <a:rPr lang="en-US" dirty="0"/>
              <a:t> </a:t>
            </a:r>
            <a:r>
              <a:rPr lang="en-US" dirty="0" err="1"/>
              <a:t>isə</a:t>
            </a:r>
            <a:r>
              <a:rPr lang="en-US" dirty="0"/>
              <a:t> </a:t>
            </a:r>
            <a:r>
              <a:rPr lang="en-US" dirty="0" err="1"/>
              <a:t>hədəf</a:t>
            </a:r>
            <a:r>
              <a:rPr lang="en-US" dirty="0"/>
              <a:t> OU-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bağlanır</a:t>
            </a:r>
            <a:r>
              <a:rPr lang="en-US" dirty="0"/>
              <a:t> (Link).</a:t>
            </a:r>
          </a:p>
        </p:txBody>
      </p:sp>
    </p:spTree>
    <p:extLst>
      <p:ext uri="{BB962C8B-B14F-4D97-AF65-F5344CB8AC3E}">
        <p14:creationId xmlns:p14="http://schemas.microsoft.com/office/powerpoint/2010/main" val="219840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8C879C-11AD-CE05-47E2-3A1610419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743" y="775011"/>
            <a:ext cx="10854514" cy="5307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119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76B9C-5C56-304B-9A91-68A5CC335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USB </a:t>
            </a:r>
            <a:r>
              <a:rPr lang="en-US" b="1" dirty="0" err="1">
                <a:solidFill>
                  <a:srgbClr val="FF0000"/>
                </a:solidFill>
              </a:rPr>
              <a:t>Portları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Bloklayan</a:t>
            </a:r>
            <a:r>
              <a:rPr lang="en-US" b="1" dirty="0">
                <a:solidFill>
                  <a:srgbClr val="FF0000"/>
                </a:solidFill>
              </a:rPr>
              <a:t> GPO-nun Yaradılması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FAEF0-F034-D9D4-05EA-47DA13E0A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1901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Şirkət</a:t>
            </a:r>
            <a:r>
              <a:rPr lang="en-US" dirty="0"/>
              <a:t> </a:t>
            </a:r>
            <a:r>
              <a:rPr lang="en-US" dirty="0" err="1"/>
              <a:t>məlumatlarının</a:t>
            </a:r>
            <a:r>
              <a:rPr lang="en-US" dirty="0"/>
              <a:t> </a:t>
            </a:r>
            <a:r>
              <a:rPr lang="en-US" dirty="0" err="1"/>
              <a:t>kənara</a:t>
            </a:r>
            <a:r>
              <a:rPr lang="en-US" dirty="0"/>
              <a:t> </a:t>
            </a:r>
            <a:r>
              <a:rPr lang="en-US" dirty="0" err="1"/>
              <a:t>sızmaması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təhlükəsizlik</a:t>
            </a:r>
            <a:r>
              <a:rPr lang="en-US" dirty="0"/>
              <a:t> </a:t>
            </a:r>
            <a:r>
              <a:rPr lang="en-US" dirty="0" err="1"/>
              <a:t>baxımından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işçilərin</a:t>
            </a:r>
            <a:r>
              <a:rPr lang="en-US" dirty="0"/>
              <a:t> USB </a:t>
            </a:r>
            <a:r>
              <a:rPr lang="en-US" dirty="0" err="1"/>
              <a:t>kartlardan</a:t>
            </a:r>
            <a:r>
              <a:rPr lang="en-US" dirty="0"/>
              <a:t> </a:t>
            </a:r>
            <a:r>
              <a:rPr lang="en-US" dirty="0" err="1"/>
              <a:t>istifadəsinə</a:t>
            </a:r>
            <a:r>
              <a:rPr lang="en-US" dirty="0"/>
              <a:t> </a:t>
            </a:r>
            <a:r>
              <a:rPr lang="en-US" dirty="0" err="1"/>
              <a:t>qadağa</a:t>
            </a:r>
            <a:r>
              <a:rPr lang="en-US" dirty="0"/>
              <a:t> </a:t>
            </a:r>
            <a:r>
              <a:rPr lang="en-US" dirty="0" err="1"/>
              <a:t>qoyuruq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Group Policy Objects </a:t>
            </a:r>
            <a:r>
              <a:rPr lang="en-US" dirty="0" err="1"/>
              <a:t>qovluğunun</a:t>
            </a:r>
            <a:r>
              <a:rPr lang="en-US" dirty="0"/>
              <a:t> </a:t>
            </a: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New </a:t>
            </a:r>
            <a:r>
              <a:rPr lang="en-US" dirty="0" err="1"/>
              <a:t>seç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adını</a:t>
            </a:r>
            <a:r>
              <a:rPr lang="en-US" dirty="0"/>
              <a:t> </a:t>
            </a:r>
            <a:r>
              <a:rPr lang="en-US" dirty="0" err="1"/>
              <a:t>GPO_Block_USB</a:t>
            </a:r>
            <a:r>
              <a:rPr lang="en-US" dirty="0"/>
              <a:t> </a:t>
            </a:r>
            <a:r>
              <a:rPr lang="en-US" dirty="0" err="1"/>
              <a:t>qoy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Yaranmış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yeni GPO-</a:t>
            </a:r>
            <a:r>
              <a:rPr lang="en-US" dirty="0" err="1"/>
              <a:t>ya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Edit (</a:t>
            </a:r>
            <a:r>
              <a:rPr lang="en-US" dirty="0" err="1"/>
              <a:t>Düzəliş</a:t>
            </a:r>
            <a:r>
              <a:rPr lang="en-US" dirty="0"/>
              <a:t> et) </a:t>
            </a:r>
            <a:r>
              <a:rPr lang="en-US" dirty="0" err="1"/>
              <a:t>düyməsini</a:t>
            </a:r>
            <a:r>
              <a:rPr lang="en-US" dirty="0"/>
              <a:t> </a:t>
            </a:r>
            <a:r>
              <a:rPr lang="en-US" dirty="0" err="1"/>
              <a:t>sıx</a:t>
            </a:r>
            <a:r>
              <a:rPr lang="en-US" dirty="0"/>
              <a:t>. </a:t>
            </a:r>
            <a:r>
              <a:rPr lang="en-US" dirty="0" err="1"/>
              <a:t>Qarşına</a:t>
            </a:r>
            <a:r>
              <a:rPr lang="en-US" dirty="0"/>
              <a:t> Group Policy Management Editor </a:t>
            </a:r>
            <a:r>
              <a:rPr lang="en-US" dirty="0" err="1"/>
              <a:t>pəncərəsi</a:t>
            </a:r>
            <a:r>
              <a:rPr lang="en-US" dirty="0"/>
              <a:t> </a:t>
            </a:r>
            <a:r>
              <a:rPr lang="en-US" dirty="0" err="1"/>
              <a:t>açılacaq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USB </a:t>
            </a:r>
            <a:r>
              <a:rPr lang="en-US" dirty="0" err="1"/>
              <a:t>bloklaması</a:t>
            </a:r>
            <a:r>
              <a:rPr lang="en-US" dirty="0"/>
              <a:t> </a:t>
            </a:r>
            <a:r>
              <a:rPr lang="en-US" dirty="0" err="1"/>
              <a:t>kompüter</a:t>
            </a:r>
            <a:r>
              <a:rPr lang="en-US" dirty="0"/>
              <a:t> </a:t>
            </a:r>
            <a:r>
              <a:rPr lang="en-US" dirty="0" err="1"/>
              <a:t>səviyyəsində</a:t>
            </a:r>
            <a:r>
              <a:rPr lang="en-US" dirty="0"/>
              <a:t> </a:t>
            </a:r>
            <a:r>
              <a:rPr lang="en-US" dirty="0" err="1"/>
              <a:t>tətbiq</a:t>
            </a:r>
            <a:r>
              <a:rPr lang="en-US" dirty="0"/>
              <a:t> </a:t>
            </a:r>
            <a:r>
              <a:rPr lang="en-US" dirty="0" err="1"/>
              <a:t>olunduğu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yolla</a:t>
            </a:r>
            <a:r>
              <a:rPr lang="en-US" dirty="0"/>
              <a:t> </a:t>
            </a:r>
            <a:r>
              <a:rPr lang="en-US" dirty="0" err="1"/>
              <a:t>hərəkət</a:t>
            </a:r>
            <a:r>
              <a:rPr lang="en-US" dirty="0"/>
              <a:t> et: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Computer Configuration -&gt; Policies -&gt; Administrative Templates -&gt; System -&gt; Removable Storage Access.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tərəfdə</a:t>
            </a:r>
            <a:r>
              <a:rPr lang="en-US" dirty="0"/>
              <a:t> </a:t>
            </a:r>
            <a:r>
              <a:rPr lang="en-US" dirty="0" err="1"/>
              <a:t>açılan</a:t>
            </a:r>
            <a:r>
              <a:rPr lang="en-US" dirty="0"/>
              <a:t> </a:t>
            </a:r>
            <a:r>
              <a:rPr lang="en-US" dirty="0" err="1"/>
              <a:t>siyahıdan</a:t>
            </a:r>
            <a:r>
              <a:rPr lang="en-US" dirty="0"/>
              <a:t> All Removable Storage classes: Deny all access </a:t>
            </a:r>
            <a:r>
              <a:rPr lang="en-US" dirty="0" err="1"/>
              <a:t>siyasətini</a:t>
            </a:r>
            <a:r>
              <a:rPr lang="en-US" dirty="0"/>
              <a:t> tap, </a:t>
            </a:r>
            <a:r>
              <a:rPr lang="en-US" dirty="0" err="1"/>
              <a:t>iki</a:t>
            </a:r>
            <a:r>
              <a:rPr lang="en-US" dirty="0"/>
              <a:t> </a:t>
            </a:r>
            <a:r>
              <a:rPr lang="en-US" dirty="0" err="1"/>
              <a:t>dəfə</a:t>
            </a:r>
            <a:r>
              <a:rPr lang="en-US" dirty="0"/>
              <a:t> </a:t>
            </a:r>
            <a:r>
              <a:rPr lang="en-US" dirty="0" err="1"/>
              <a:t>klikləyərək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onu</a:t>
            </a:r>
            <a:r>
              <a:rPr lang="en-US" dirty="0"/>
              <a:t> Enabled (</a:t>
            </a:r>
            <a:r>
              <a:rPr lang="en-US" dirty="0" err="1"/>
              <a:t>Aktiv</a:t>
            </a:r>
            <a:r>
              <a:rPr lang="en-US" dirty="0"/>
              <a:t>) et, </a:t>
            </a:r>
            <a:r>
              <a:rPr lang="en-US" dirty="0" err="1"/>
              <a:t>sonra</a:t>
            </a:r>
            <a:r>
              <a:rPr lang="en-US" dirty="0"/>
              <a:t> OK </a:t>
            </a:r>
            <a:r>
              <a:rPr lang="en-US" dirty="0" err="1"/>
              <a:t>sıx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Redaktoru</a:t>
            </a:r>
            <a:r>
              <a:rPr lang="en-US" dirty="0"/>
              <a:t> </a:t>
            </a:r>
            <a:r>
              <a:rPr lang="en-US" dirty="0" err="1"/>
              <a:t>bağla</a:t>
            </a:r>
            <a:r>
              <a:rPr lang="en-US" dirty="0"/>
              <a:t>. İndi </a:t>
            </a:r>
            <a:r>
              <a:rPr lang="en-US" dirty="0" err="1"/>
              <a:t>bu</a:t>
            </a:r>
            <a:r>
              <a:rPr lang="en-US" dirty="0"/>
              <a:t> GPO-nu </a:t>
            </a:r>
            <a:r>
              <a:rPr lang="en-US" dirty="0" err="1"/>
              <a:t>tətbiq</a:t>
            </a:r>
            <a:r>
              <a:rPr lang="en-US" dirty="0"/>
              <a:t> </a:t>
            </a:r>
            <a:r>
              <a:rPr lang="en-US" dirty="0" err="1"/>
              <a:t>etmək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: </a:t>
            </a:r>
            <a:r>
              <a:rPr lang="en-US" dirty="0" err="1"/>
              <a:t>Corp_Company</a:t>
            </a:r>
            <a:r>
              <a:rPr lang="en-US" dirty="0"/>
              <a:t> OU-nun </a:t>
            </a: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</a:t>
            </a:r>
            <a:r>
              <a:rPr lang="en-US" dirty="0"/>
              <a:t> -&gt; Link an Existing GPO </a:t>
            </a:r>
            <a:r>
              <a:rPr lang="en-US" dirty="0" err="1"/>
              <a:t>seç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siyahıdan</a:t>
            </a:r>
            <a:r>
              <a:rPr lang="en-US" dirty="0"/>
              <a:t> </a:t>
            </a:r>
            <a:r>
              <a:rPr lang="en-US" dirty="0" err="1"/>
              <a:t>GPO_Block_USB-ni</a:t>
            </a:r>
            <a:r>
              <a:rPr lang="en-US" dirty="0"/>
              <a:t> </a:t>
            </a:r>
            <a:r>
              <a:rPr lang="en-US" dirty="0" err="1"/>
              <a:t>seçərək</a:t>
            </a:r>
            <a:r>
              <a:rPr lang="en-US" dirty="0"/>
              <a:t> </a:t>
            </a:r>
            <a:r>
              <a:rPr lang="en-US" dirty="0" err="1"/>
              <a:t>təsdiqlə</a:t>
            </a:r>
            <a:r>
              <a:rPr lang="en-US" dirty="0"/>
              <a:t>. </a:t>
            </a:r>
            <a:r>
              <a:rPr lang="en-US" dirty="0" err="1"/>
              <a:t>Artıq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şirkətdəki</a:t>
            </a:r>
            <a:r>
              <a:rPr lang="en-US" dirty="0"/>
              <a:t> </a:t>
            </a:r>
            <a:r>
              <a:rPr lang="en-US" dirty="0" err="1"/>
              <a:t>hər</a:t>
            </a:r>
            <a:r>
              <a:rPr lang="en-US" dirty="0"/>
              <a:t> </a:t>
            </a:r>
            <a:r>
              <a:rPr lang="en-US" dirty="0" err="1"/>
              <a:t>kəsə</a:t>
            </a:r>
            <a:r>
              <a:rPr lang="en-US" dirty="0"/>
              <a:t> </a:t>
            </a:r>
            <a:r>
              <a:rPr lang="en-US" dirty="0" err="1"/>
              <a:t>şamil</a:t>
            </a:r>
            <a:r>
              <a:rPr lang="en-US" dirty="0"/>
              <a:t> </a:t>
            </a:r>
            <a:r>
              <a:rPr lang="en-US" dirty="0" err="1"/>
              <a:t>olunacaq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748097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A7C100-1220-8D86-FCF2-361CDD55F7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528" y="543303"/>
            <a:ext cx="3705742" cy="17528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56F36C-D96D-10DE-5318-96B70248F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5584" y="716569"/>
            <a:ext cx="7124253" cy="54248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231775-24C7-9177-786C-2CB2E4A998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4239" y="3309140"/>
            <a:ext cx="2629267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58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9FF79-EB08-27E5-AA0A-9037C0142D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48" y="430590"/>
            <a:ext cx="4334480" cy="414395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3AE6C1-D744-23D6-FF29-9F6976DC3C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0084" y="430590"/>
            <a:ext cx="4286848" cy="393437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06F1A4-6CE8-8F73-DEF6-DDD17310A8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8757" y="4826987"/>
            <a:ext cx="7954485" cy="16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2886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028D1D-7FFD-96BB-7FAA-5CB1A9241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FF0000"/>
                </a:solidFill>
              </a:rPr>
              <a:t>Korporativ</a:t>
            </a:r>
            <a:r>
              <a:rPr lang="en-US" b="1" dirty="0">
                <a:solidFill>
                  <a:srgbClr val="FF0000"/>
                </a:solidFill>
              </a:rPr>
              <a:t> Wallpaper GPO-nun </a:t>
            </a:r>
            <a:r>
              <a:rPr lang="en-US" b="1" dirty="0" err="1">
                <a:solidFill>
                  <a:srgbClr val="FF0000"/>
                </a:solidFill>
              </a:rPr>
              <a:t>Tətbiqi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BD040-F8E0-E296-F213-ADA59999A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 err="1"/>
              <a:t>Şirkət</a:t>
            </a:r>
            <a:r>
              <a:rPr lang="en-US" dirty="0"/>
              <a:t> nizam-</a:t>
            </a:r>
            <a:r>
              <a:rPr lang="en-US" dirty="0" err="1"/>
              <a:t>intizamı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brendinqi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bütün</a:t>
            </a:r>
            <a:r>
              <a:rPr lang="en-US" dirty="0"/>
              <a:t> </a:t>
            </a:r>
            <a:r>
              <a:rPr lang="en-US" dirty="0" err="1"/>
              <a:t>işçilərin</a:t>
            </a:r>
            <a:r>
              <a:rPr lang="en-US" dirty="0"/>
              <a:t> </a:t>
            </a:r>
            <a:r>
              <a:rPr lang="en-US" dirty="0" err="1"/>
              <a:t>masaüstü</a:t>
            </a:r>
            <a:r>
              <a:rPr lang="en-US" dirty="0"/>
              <a:t> </a:t>
            </a:r>
            <a:r>
              <a:rPr lang="en-US" dirty="0" err="1"/>
              <a:t>arxa</a:t>
            </a:r>
            <a:r>
              <a:rPr lang="en-US" dirty="0"/>
              <a:t> </a:t>
            </a:r>
            <a:r>
              <a:rPr lang="en-US" dirty="0" err="1"/>
              <a:t>fon</a:t>
            </a:r>
            <a:r>
              <a:rPr lang="en-US" dirty="0"/>
              <a:t> </a:t>
            </a:r>
            <a:r>
              <a:rPr lang="en-US" dirty="0" err="1"/>
              <a:t>şəklini</a:t>
            </a:r>
            <a:r>
              <a:rPr lang="en-US" dirty="0"/>
              <a:t> </a:t>
            </a:r>
            <a:r>
              <a:rPr lang="en-US" dirty="0" err="1"/>
              <a:t>mərkəzdən</a:t>
            </a:r>
            <a:r>
              <a:rPr lang="en-US" dirty="0"/>
              <a:t> </a:t>
            </a:r>
            <a:r>
              <a:rPr lang="en-US" dirty="0" err="1"/>
              <a:t>eyni</a:t>
            </a:r>
            <a:r>
              <a:rPr lang="en-US" dirty="0"/>
              <a:t> </a:t>
            </a:r>
            <a:r>
              <a:rPr lang="en-US" dirty="0" err="1"/>
              <a:t>edirik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Ön</a:t>
            </a:r>
            <a:r>
              <a:rPr lang="en-US" dirty="0"/>
              <a:t> </a:t>
            </a:r>
            <a:r>
              <a:rPr lang="en-US" dirty="0" err="1"/>
              <a:t>hazırlıq</a:t>
            </a:r>
            <a:r>
              <a:rPr lang="en-US" dirty="0"/>
              <a:t>: </a:t>
            </a:r>
            <a:r>
              <a:rPr lang="en-US" dirty="0" err="1"/>
              <a:t>Şirkət</a:t>
            </a:r>
            <a:r>
              <a:rPr lang="en-US" dirty="0"/>
              <a:t> </a:t>
            </a:r>
            <a:r>
              <a:rPr lang="en-US" dirty="0" err="1"/>
              <a:t>loqosunu</a:t>
            </a:r>
            <a:r>
              <a:rPr lang="en-US" dirty="0"/>
              <a:t> (</a:t>
            </a:r>
            <a:r>
              <a:rPr lang="en-US" dirty="0" err="1"/>
              <a:t>məsələn</a:t>
            </a:r>
            <a:r>
              <a:rPr lang="en-US" dirty="0"/>
              <a:t>, wallpaper.jpg) </a:t>
            </a:r>
            <a:r>
              <a:rPr lang="en-US" dirty="0" err="1"/>
              <a:t>serverdə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qovluğa</a:t>
            </a:r>
            <a:r>
              <a:rPr lang="en-US" dirty="0"/>
              <a:t> </a:t>
            </a:r>
            <a:r>
              <a:rPr lang="en-US" dirty="0" err="1"/>
              <a:t>qoy</a:t>
            </a:r>
            <a:r>
              <a:rPr lang="en-US" dirty="0"/>
              <a:t>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həmin</a:t>
            </a:r>
            <a:r>
              <a:rPr lang="en-US" dirty="0"/>
              <a:t> </a:t>
            </a:r>
            <a:r>
              <a:rPr lang="en-US" dirty="0" err="1"/>
              <a:t>qovluğu</a:t>
            </a:r>
            <a:r>
              <a:rPr lang="en-US" dirty="0"/>
              <a:t> </a:t>
            </a:r>
            <a:r>
              <a:rPr lang="en-US" dirty="0" err="1"/>
              <a:t>şəbəkədə</a:t>
            </a:r>
            <a:r>
              <a:rPr lang="en-US" dirty="0"/>
              <a:t> </a:t>
            </a:r>
            <a:r>
              <a:rPr lang="en-US" dirty="0" err="1"/>
              <a:t>hamıya</a:t>
            </a:r>
            <a:r>
              <a:rPr lang="en-US" dirty="0"/>
              <a:t> </a:t>
            </a:r>
            <a:r>
              <a:rPr lang="en-US" dirty="0" err="1"/>
              <a:t>açıq</a:t>
            </a:r>
            <a:r>
              <a:rPr lang="en-US" dirty="0"/>
              <a:t> </a:t>
            </a:r>
            <a:r>
              <a:rPr lang="en-US" dirty="0" err="1"/>
              <a:t>şəkildə</a:t>
            </a:r>
            <a:r>
              <a:rPr lang="en-US" dirty="0"/>
              <a:t> </a:t>
            </a:r>
            <a:r>
              <a:rPr lang="en-US" dirty="0" err="1"/>
              <a:t>paylaş</a:t>
            </a:r>
            <a:r>
              <a:rPr lang="en-US" dirty="0"/>
              <a:t> (Share). </a:t>
            </a:r>
            <a:r>
              <a:rPr lang="en-US" dirty="0" err="1"/>
              <a:t>Şəklin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ünvanı</a:t>
            </a:r>
            <a:r>
              <a:rPr lang="en-US" dirty="0"/>
              <a:t> </a:t>
            </a:r>
            <a:r>
              <a:rPr lang="en-US" dirty="0" err="1"/>
              <a:t>belə</a:t>
            </a:r>
            <a:r>
              <a:rPr lang="en-US" dirty="0"/>
              <a:t> </a:t>
            </a:r>
            <a:r>
              <a:rPr lang="en-US" dirty="0" err="1"/>
              <a:t>olmalıdır</a:t>
            </a:r>
            <a:r>
              <a:rPr lang="en-US" dirty="0"/>
              <a:t>: \\SRV-DC01\ShareFolder\wallpaper.jpg. (</a:t>
            </a:r>
            <a:r>
              <a:rPr lang="en-US" dirty="0" err="1"/>
              <a:t>Əgər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</a:t>
            </a:r>
            <a:r>
              <a:rPr lang="en-US" dirty="0" err="1"/>
              <a:t>ünvan</a:t>
            </a:r>
            <a:r>
              <a:rPr lang="en-US" dirty="0"/>
              <a:t> </a:t>
            </a:r>
            <a:r>
              <a:rPr lang="en-US" dirty="0" err="1"/>
              <a:t>yazsan</a:t>
            </a:r>
            <a:r>
              <a:rPr lang="en-US" dirty="0"/>
              <a:t>, client </a:t>
            </a:r>
            <a:r>
              <a:rPr lang="en-US" dirty="0" err="1"/>
              <a:t>maşın</a:t>
            </a:r>
            <a:r>
              <a:rPr lang="en-US" dirty="0"/>
              <a:t> </a:t>
            </a:r>
            <a:r>
              <a:rPr lang="en-US" dirty="0" err="1"/>
              <a:t>şəkli</a:t>
            </a:r>
            <a:r>
              <a:rPr lang="en-US" dirty="0"/>
              <a:t> </a:t>
            </a:r>
            <a:r>
              <a:rPr lang="en-US" dirty="0" err="1"/>
              <a:t>öz</a:t>
            </a:r>
            <a:r>
              <a:rPr lang="en-US" dirty="0"/>
              <a:t> </a:t>
            </a:r>
            <a:r>
              <a:rPr lang="en-US" dirty="0" err="1"/>
              <a:t>daxilində</a:t>
            </a:r>
            <a:r>
              <a:rPr lang="en-US" dirty="0"/>
              <a:t> </a:t>
            </a:r>
            <a:r>
              <a:rPr lang="en-US" dirty="0" err="1"/>
              <a:t>tapmayacaq</a:t>
            </a:r>
            <a:r>
              <a:rPr lang="en-US" dirty="0"/>
              <a:t>).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Group Policy Objects </a:t>
            </a:r>
            <a:r>
              <a:rPr lang="en-US" dirty="0" err="1"/>
              <a:t>daxilində</a:t>
            </a:r>
            <a:r>
              <a:rPr lang="en-US" dirty="0"/>
              <a:t> yeni GPO </a:t>
            </a:r>
            <a:r>
              <a:rPr lang="en-US" dirty="0" err="1"/>
              <a:t>yarat</a:t>
            </a:r>
            <a:r>
              <a:rPr lang="en-US" dirty="0"/>
              <a:t>: </a:t>
            </a:r>
            <a:r>
              <a:rPr lang="en-US" dirty="0" err="1"/>
              <a:t>GPO_Corporate_Wallpaper</a:t>
            </a:r>
            <a:r>
              <a:rPr lang="en-US" dirty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Üzərinə</a:t>
            </a:r>
            <a:r>
              <a:rPr lang="en-US" dirty="0"/>
              <a:t>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klikləyib</a:t>
            </a:r>
            <a:r>
              <a:rPr lang="en-US" dirty="0"/>
              <a:t> Edit et. </a:t>
            </a:r>
            <a:r>
              <a:rPr lang="en-US" dirty="0" err="1"/>
              <a:t>Şəkil</a:t>
            </a:r>
            <a:r>
              <a:rPr lang="en-US" dirty="0"/>
              <a:t> </a:t>
            </a:r>
            <a:r>
              <a:rPr lang="en-US" dirty="0" err="1"/>
              <a:t>istifadəçiyə</a:t>
            </a:r>
            <a:r>
              <a:rPr lang="en-US" dirty="0"/>
              <a:t> aid </a:t>
            </a:r>
            <a:r>
              <a:rPr lang="en-US" dirty="0" err="1"/>
              <a:t>olduğu</a:t>
            </a:r>
            <a:r>
              <a:rPr lang="en-US" dirty="0"/>
              <a:t> </a:t>
            </a:r>
            <a:r>
              <a:rPr lang="en-US" dirty="0" err="1"/>
              <a:t>üçün</a:t>
            </a:r>
            <a:r>
              <a:rPr lang="en-US" dirty="0"/>
              <a:t> </a:t>
            </a:r>
            <a:r>
              <a:rPr lang="en-US" dirty="0" err="1"/>
              <a:t>bu</a:t>
            </a:r>
            <a:r>
              <a:rPr lang="en-US" dirty="0"/>
              <a:t> </a:t>
            </a:r>
            <a:r>
              <a:rPr lang="en-US" dirty="0" err="1"/>
              <a:t>dəfə</a:t>
            </a:r>
            <a:r>
              <a:rPr lang="en-US" dirty="0"/>
              <a:t> </a:t>
            </a:r>
            <a:r>
              <a:rPr lang="en-US" dirty="0" err="1"/>
              <a:t>bura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:</a:t>
            </a:r>
          </a:p>
          <a:p>
            <a:r>
              <a:rPr lang="en-US" dirty="0"/>
              <a:t>User Configuration -&gt; Policies -&gt; Administrative Templates -&gt; Desktop -&gt; Desktop.</a:t>
            </a:r>
          </a:p>
          <a:p>
            <a:pPr marL="0" indent="0">
              <a:buNone/>
            </a:pPr>
            <a:r>
              <a:rPr lang="en-US" dirty="0"/>
              <a:t>4.      </a:t>
            </a:r>
            <a:r>
              <a:rPr lang="en-US" dirty="0" err="1"/>
              <a:t>Sağ</a:t>
            </a:r>
            <a:r>
              <a:rPr lang="en-US" dirty="0"/>
              <a:t> </a:t>
            </a:r>
            <a:r>
              <a:rPr lang="en-US" dirty="0" err="1"/>
              <a:t>tərəfdən</a:t>
            </a:r>
            <a:r>
              <a:rPr lang="en-US" dirty="0"/>
              <a:t> Desktop Wallpaper </a:t>
            </a:r>
            <a:r>
              <a:rPr lang="en-US" dirty="0" err="1"/>
              <a:t>siyasətini</a:t>
            </a:r>
            <a:r>
              <a:rPr lang="en-US" dirty="0"/>
              <a:t> tap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daxil</a:t>
            </a:r>
            <a:r>
              <a:rPr lang="en-US" dirty="0"/>
              <a:t> </a:t>
            </a:r>
            <a:r>
              <a:rPr lang="en-US" dirty="0" err="1"/>
              <a:t>ol</a:t>
            </a:r>
            <a:r>
              <a:rPr lang="en-US" dirty="0"/>
              <a:t>:</a:t>
            </a:r>
          </a:p>
          <a:p>
            <a:r>
              <a:rPr lang="en-US" dirty="0" err="1"/>
              <a:t>Seçimi</a:t>
            </a:r>
            <a:r>
              <a:rPr lang="en-US" dirty="0"/>
              <a:t> Enabled et.</a:t>
            </a:r>
          </a:p>
          <a:p>
            <a:r>
              <a:rPr lang="en-US" dirty="0"/>
              <a:t>Wallpaper Name </a:t>
            </a:r>
            <a:r>
              <a:rPr lang="en-US" dirty="0" err="1"/>
              <a:t>hissəsinə</a:t>
            </a:r>
            <a:r>
              <a:rPr lang="en-US" dirty="0"/>
              <a:t> </a:t>
            </a:r>
            <a:r>
              <a:rPr lang="en-US" dirty="0" err="1"/>
              <a:t>şəklin</a:t>
            </a:r>
            <a:r>
              <a:rPr lang="en-US" dirty="0"/>
              <a:t> </a:t>
            </a:r>
            <a:r>
              <a:rPr lang="en-US" dirty="0" err="1"/>
              <a:t>şəbəkə</a:t>
            </a:r>
            <a:r>
              <a:rPr lang="en-US" dirty="0"/>
              <a:t> </a:t>
            </a:r>
            <a:r>
              <a:rPr lang="en-US" dirty="0" err="1"/>
              <a:t>ünvanını</a:t>
            </a:r>
            <a:r>
              <a:rPr lang="en-US" dirty="0"/>
              <a:t> </a:t>
            </a:r>
            <a:r>
              <a:rPr lang="en-US" dirty="0" err="1"/>
              <a:t>yaz</a:t>
            </a:r>
            <a:r>
              <a:rPr lang="en-US" dirty="0"/>
              <a:t>: \\SRV-DC01\ShareFolder\wallpaper.jpg.</a:t>
            </a:r>
          </a:p>
          <a:p>
            <a:r>
              <a:rPr lang="en-US" dirty="0"/>
              <a:t>Wallpaper Style </a:t>
            </a:r>
            <a:r>
              <a:rPr lang="en-US" dirty="0" err="1"/>
              <a:t>hissəsini</a:t>
            </a:r>
            <a:r>
              <a:rPr lang="en-US" dirty="0"/>
              <a:t> Fill </a:t>
            </a:r>
            <a:r>
              <a:rPr lang="en-US" dirty="0" err="1"/>
              <a:t>və</a:t>
            </a:r>
            <a:r>
              <a:rPr lang="en-US" dirty="0"/>
              <a:t> </a:t>
            </a:r>
            <a:r>
              <a:rPr lang="en-US" dirty="0" err="1"/>
              <a:t>ya</a:t>
            </a:r>
            <a:r>
              <a:rPr lang="en-US" dirty="0"/>
              <a:t> Center </a:t>
            </a:r>
            <a:r>
              <a:rPr lang="en-US" dirty="0" err="1"/>
              <a:t>seç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5.       Bu GPO-nu da </a:t>
            </a:r>
            <a:r>
              <a:rPr lang="en-US" dirty="0" err="1"/>
              <a:t>Corp_Company</a:t>
            </a:r>
            <a:r>
              <a:rPr lang="en-US" dirty="0"/>
              <a:t> </a:t>
            </a:r>
            <a:r>
              <a:rPr lang="en-US" dirty="0" err="1"/>
              <a:t>daxilindəki</a:t>
            </a:r>
            <a:r>
              <a:rPr lang="en-US" dirty="0"/>
              <a:t> </a:t>
            </a:r>
            <a:r>
              <a:rPr lang="en-US" dirty="0" err="1"/>
              <a:t>istifadəçi</a:t>
            </a:r>
            <a:r>
              <a:rPr lang="en-US" dirty="0"/>
              <a:t> OU-</a:t>
            </a:r>
            <a:r>
              <a:rPr lang="en-US" dirty="0" err="1"/>
              <a:t>larına</a:t>
            </a:r>
            <a:r>
              <a:rPr lang="en-US" dirty="0"/>
              <a:t> </a:t>
            </a:r>
            <a:r>
              <a:rPr lang="en-US" dirty="0" err="1"/>
              <a:t>bağla</a:t>
            </a:r>
            <a:r>
              <a:rPr lang="en-US" dirty="0"/>
              <a:t> (Link et).</a:t>
            </a:r>
          </a:p>
        </p:txBody>
      </p:sp>
    </p:spTree>
    <p:extLst>
      <p:ext uri="{BB962C8B-B14F-4D97-AF65-F5344CB8AC3E}">
        <p14:creationId xmlns:p14="http://schemas.microsoft.com/office/powerpoint/2010/main" val="6720399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17B589-F6EB-BE2E-72A1-A72CA665FA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95093"/>
            <a:ext cx="12192000" cy="486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2555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D194E2-4561-9044-4B23-794B25F50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580627"/>
            <a:ext cx="10717121" cy="5696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94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2A54AC-870B-4DB4-8749-AD7749833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323416"/>
            <a:ext cx="10440857" cy="62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63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4C0477-CB2B-2CA4-15F8-A9FC99EEF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32" y="1108204"/>
            <a:ext cx="5016151" cy="46415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052D8A-9D87-D4DF-21E8-82EA3C990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681" y="1408994"/>
            <a:ext cx="5962798" cy="404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607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FE9A4E-BBAA-4E03-110E-3171D28F9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39" r="31570"/>
          <a:stretch>
            <a:fillRect/>
          </a:stretch>
        </p:blipFill>
        <p:spPr>
          <a:xfrm>
            <a:off x="914400" y="1071977"/>
            <a:ext cx="2405849" cy="47140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E3E537E-4BA7-737B-9F5D-4E1298DB8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77" y="783771"/>
            <a:ext cx="6571690" cy="529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3589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419</Words>
  <Application>Microsoft Office PowerPoint</Application>
  <PresentationFormat>Widescreen</PresentationFormat>
  <Paragraphs>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Group Policy (GPO)</vt:lpstr>
      <vt:lpstr>Group Policy Management Konsolu ilə Tanışlıq</vt:lpstr>
      <vt:lpstr>PowerPoint Presentation</vt:lpstr>
      <vt:lpstr>USB Portları Bloklayan GPO-nun Yaradılması</vt:lpstr>
      <vt:lpstr>PowerPoint Presentation</vt:lpstr>
      <vt:lpstr>PowerPoint Presentation</vt:lpstr>
      <vt:lpstr>Korporativ Wallpaper GPO-nun Tətbiqi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Sadiqov</dc:creator>
  <cp:lastModifiedBy>Sadiqov</cp:lastModifiedBy>
  <cp:revision>1</cp:revision>
  <dcterms:created xsi:type="dcterms:W3CDTF">2026-06-07T09:26:05Z</dcterms:created>
  <dcterms:modified xsi:type="dcterms:W3CDTF">2026-06-07T10:25:26Z</dcterms:modified>
</cp:coreProperties>
</file>