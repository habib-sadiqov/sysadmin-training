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E2B3-A301-080D-7F37-3B23B7238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99219-7099-F3C3-BAE9-50EF091A9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CC5B-928A-82D1-C644-5100FBDD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AC2F4-442A-F888-D650-901E432E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05434-4822-58AF-B334-401D5FDE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7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2D30-93C0-4149-8701-7B76A395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F5004-2D22-8497-93C5-FC859F2E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7E806-C9DE-BAFC-ACBE-2609096A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9EC0-8492-8E8F-885B-C05785E4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48831-629A-E28A-C36C-159EC8DC2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4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279D-DE7C-5687-DC18-8EC5D4B9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69B79-2FBF-FBBF-3774-A9D8C0C7E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8CA9-BF8C-7D75-3571-DCC3ECFD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FDD0C-7F10-57A3-1860-940F8CDC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23BF6-7BD6-06CB-A64A-5A99B62C5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6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A529-2B11-48AE-E581-7184589BB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BB093-03FD-F477-F49E-307383B7C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54742-F7CD-C3FC-99C3-64CAAFAE9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5D1955-6F7F-ECA8-6B77-D50BEB0FC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BF150-63E4-4F21-9C8A-54358613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5A4F2-520B-B5C8-E442-F4105F3C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DCD5-4548-EF5C-72A5-F719ECDB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E34EA-DBCA-A635-CB0A-9AB380F7C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495E5-8892-1518-DF19-5B0EB731C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B71E6-9929-B4F0-75DE-9569EC34A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9AF15-D35C-BCD7-8BD8-1822F2F1F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6674C-1CB2-BB40-8189-14B18E7D2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3AF1C-025B-B88F-F5D0-C28B4D91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37A9A7-FDF5-DE2F-DA94-A81C45120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0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C64C8-4147-BD3D-AB21-8CECE60A7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46B65-909B-9320-6D6F-21303CD69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35BE0-CF50-1953-9B8D-05D707AD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2164F-DFE3-27D1-D130-94BCC1C6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9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A4B8E-ABF6-87ED-A0FB-130E5AD5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E40E78-0829-F946-BEA8-87DA50ED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6E9C7-2E0E-3FC6-A851-6EA63549E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4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5E30-87C1-9C4E-8D61-160B18BE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AECDB-019A-16E4-C755-9283F293B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0DCD0-105B-1D10-FE44-A094E0E0A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6541F-D95B-0B7B-8A74-F5AE313B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8337C-C6D1-A5EF-F320-B7043621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7397C-BCA2-FB6B-F5D8-E9DA2AFA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8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97CA-CD1C-96B9-DE91-E97FECA1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1E17A-793A-093C-1CB4-734F04F65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D1C2-2DF2-0974-6B9C-320215DB8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8CB5D-C9C6-33C7-8D9C-FD2C7444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1E0D3-9258-34AE-AF20-ECA798E7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75B52-DAC9-401E-9284-18EABEB64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6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A805E-6C96-6EFC-CA4F-F6A3F9B5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3E347-5DCD-4BCF-730C-2110BC72F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51A3A-F61A-B44E-DDCF-0FD813BD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63D8A-FCB1-5594-3309-FA8FBDA9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40D07-00E8-C691-042D-7BFB0BBC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CB766-D078-9F2F-6E91-A19FEB687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BEE11-91B2-F13F-1D91-FAF39EB2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D5372-57FA-9A1A-9E2C-BA0FDA1D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56098-3AB1-E7A9-F1D4-523A4BC6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BBD94-37D7-D79A-2500-0B01EB0A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0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3B03B9-766A-9B01-017E-CE499676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C06A3-2B78-A062-5177-3D18EE575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04D5F-774F-F479-008C-BB92936C7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26E62-4803-4898-B025-CAD0C214ED89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8EAA2-25D0-6B15-7771-E4C715781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82716-8342-5B72-A41E-79851B84E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CD1E5-93A5-4D1E-8791-FBC3CCEC9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6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51B2-47B9-5958-92DF-10DFD6023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16892"/>
            <a:ext cx="9144000" cy="102421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DNS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Domain Join</a:t>
            </a:r>
          </a:p>
        </p:txBody>
      </p:sp>
    </p:spTree>
    <p:extLst>
      <p:ext uri="{BB962C8B-B14F-4D97-AF65-F5344CB8AC3E}">
        <p14:creationId xmlns:p14="http://schemas.microsoft.com/office/powerpoint/2010/main" val="235662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1AEF-4C62-D1E6-B5A0-ABD51BE3D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Server </a:t>
            </a:r>
            <a:r>
              <a:rPr lang="en-US" sz="6000" b="1" dirty="0" err="1">
                <a:solidFill>
                  <a:srgbClr val="FF0000"/>
                </a:solidFill>
              </a:rPr>
              <a:t>tərəfində</a:t>
            </a:r>
            <a:r>
              <a:rPr lang="en-US" sz="6000" b="1" dirty="0">
                <a:solidFill>
                  <a:srgbClr val="FF0000"/>
                </a:solidFill>
              </a:rPr>
              <a:t> DNS-in </a:t>
            </a:r>
            <a:r>
              <a:rPr lang="en-US" sz="6000" b="1" dirty="0" err="1">
                <a:solidFill>
                  <a:srgbClr val="FF0000"/>
                </a:solidFill>
              </a:rPr>
              <a:t>Yoxlanılması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25B49-D28E-E5D3-4134-2B8BE3772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Gün 1-də Active Directory </a:t>
            </a:r>
            <a:r>
              <a:rPr lang="en-US" dirty="0" err="1"/>
              <a:t>qurularkən</a:t>
            </a:r>
            <a:r>
              <a:rPr lang="en-US" dirty="0"/>
              <a:t> DNS </a:t>
            </a:r>
            <a:r>
              <a:rPr lang="en-US" dirty="0" err="1"/>
              <a:t>rolu</a:t>
            </a:r>
            <a:r>
              <a:rPr lang="en-US" dirty="0"/>
              <a:t> da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yazıldı</a:t>
            </a:r>
            <a:r>
              <a:rPr lang="en-US" dirty="0"/>
              <a:t>. Lakin </a:t>
            </a:r>
            <a:r>
              <a:rPr lang="en-US" dirty="0" err="1"/>
              <a:t>sən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daxili</a:t>
            </a:r>
            <a:r>
              <a:rPr lang="en-US" dirty="0"/>
              <a:t> </a:t>
            </a:r>
            <a:r>
              <a:rPr lang="en-US" dirty="0" err="1"/>
              <a:t>sazlamaları</a:t>
            </a:r>
            <a:r>
              <a:rPr lang="en-US" dirty="0"/>
              <a:t> </a:t>
            </a:r>
            <a:r>
              <a:rPr lang="en-US" dirty="0" err="1"/>
              <a:t>yoxlamalısan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Serverdə</a:t>
            </a:r>
            <a:r>
              <a:rPr lang="en-US" dirty="0"/>
              <a:t> Tools -&gt; DNS </a:t>
            </a:r>
            <a:r>
              <a:rPr lang="en-US" dirty="0" err="1"/>
              <a:t>konsolunu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Forward Lookup Zones </a:t>
            </a:r>
            <a:r>
              <a:rPr lang="en-US" dirty="0" err="1"/>
              <a:t>bölməsini</a:t>
            </a:r>
            <a:r>
              <a:rPr lang="en-US" dirty="0"/>
              <a:t> </a:t>
            </a:r>
            <a:r>
              <a:rPr lang="en-US" dirty="0" err="1"/>
              <a:t>genişləndir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zonasının</a:t>
            </a:r>
            <a:r>
              <a:rPr lang="en-US" dirty="0"/>
              <a:t> </a:t>
            </a:r>
            <a:r>
              <a:rPr lang="en-US" dirty="0" err="1"/>
              <a:t>yarandığını</a:t>
            </a:r>
            <a:r>
              <a:rPr lang="en-US" dirty="0"/>
              <a:t> </a:t>
            </a:r>
            <a:r>
              <a:rPr lang="en-US" dirty="0" err="1"/>
              <a:t>gör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Zonanın</a:t>
            </a:r>
            <a:r>
              <a:rPr lang="en-US" dirty="0"/>
              <a:t> </a:t>
            </a:r>
            <a:r>
              <a:rPr lang="en-US" dirty="0" err="1"/>
              <a:t>daxilinə</a:t>
            </a:r>
            <a:r>
              <a:rPr lang="en-US" dirty="0"/>
              <a:t> </a:t>
            </a:r>
            <a:r>
              <a:rPr lang="en-US" dirty="0" err="1"/>
              <a:t>kliklədikdə</a:t>
            </a:r>
            <a:r>
              <a:rPr lang="en-US" dirty="0"/>
              <a:t> </a:t>
            </a:r>
            <a:r>
              <a:rPr lang="en-US" dirty="0" err="1"/>
              <a:t>orada</a:t>
            </a:r>
            <a:r>
              <a:rPr lang="en-US" dirty="0"/>
              <a:t> </a:t>
            </a:r>
            <a:r>
              <a:rPr lang="en-US" dirty="0" err="1"/>
              <a:t>Serverin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(SRV-DC01)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qarşısında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IP-</a:t>
            </a:r>
            <a:r>
              <a:rPr lang="en-US" dirty="0" err="1"/>
              <a:t>sini</a:t>
            </a:r>
            <a:r>
              <a:rPr lang="en-US" dirty="0"/>
              <a:t> (192.168.</a:t>
            </a:r>
            <a:r>
              <a:rPr lang="az-Latn-AZ" dirty="0"/>
              <a:t>2</a:t>
            </a:r>
            <a:r>
              <a:rPr lang="en-US" dirty="0"/>
              <a:t>0.10) </a:t>
            </a:r>
            <a:r>
              <a:rPr lang="en-US" dirty="0" err="1"/>
              <a:t>göstərən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 (Host) </a:t>
            </a:r>
            <a:r>
              <a:rPr lang="en-US" dirty="0" err="1"/>
              <a:t>rekordu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 Bu </a:t>
            </a:r>
            <a:r>
              <a:rPr lang="en-US" dirty="0" err="1"/>
              <a:t>rekord</a:t>
            </a:r>
            <a:r>
              <a:rPr lang="en-US" dirty="0"/>
              <a:t> </a:t>
            </a:r>
            <a:r>
              <a:rPr lang="en-US" dirty="0" err="1"/>
              <a:t>yoxdursa</a:t>
            </a:r>
            <a:r>
              <a:rPr lang="en-US" dirty="0"/>
              <a:t>, client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serveri</a:t>
            </a:r>
            <a:r>
              <a:rPr lang="en-US" dirty="0"/>
              <a:t> tapa </a:t>
            </a:r>
            <a:r>
              <a:rPr lang="en-US" dirty="0" err="1"/>
              <a:t>bilməyəcək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0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D2E8AC-6BA8-D26D-3F9E-188638C3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39" y="261263"/>
            <a:ext cx="10131921" cy="633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8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5AB4-7798-671D-FF7D-8EF35BFB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Windows 11 Client </a:t>
            </a:r>
            <a:r>
              <a:rPr lang="en-US" b="1" dirty="0" err="1">
                <a:solidFill>
                  <a:srgbClr val="FF0000"/>
                </a:solidFill>
              </a:rPr>
              <a:t>Maşınının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Şəbəkə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Sazlamaları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70057-05C8-E74F-CCD4-5AD8C261A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Windows 11-in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domenini</a:t>
            </a:r>
            <a:r>
              <a:rPr lang="en-US" dirty="0"/>
              <a:t> tapa </a:t>
            </a:r>
            <a:r>
              <a:rPr lang="en-US" dirty="0" err="1"/>
              <a:t>bilməsi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o,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sənin</a:t>
            </a:r>
            <a:r>
              <a:rPr lang="en-US" dirty="0"/>
              <a:t> </a:t>
            </a:r>
            <a:r>
              <a:rPr lang="en-US" dirty="0" err="1"/>
              <a:t>qurduğun</a:t>
            </a:r>
            <a:r>
              <a:rPr lang="en-US" dirty="0"/>
              <a:t> DNS </a:t>
            </a:r>
            <a:r>
              <a:rPr lang="en-US" dirty="0" err="1"/>
              <a:t>serverlə</a:t>
            </a:r>
            <a:r>
              <a:rPr lang="en-US" dirty="0"/>
              <a:t> </a:t>
            </a:r>
            <a:r>
              <a:rPr lang="en-US" dirty="0" err="1"/>
              <a:t>danışmalıdır</a:t>
            </a:r>
            <a:r>
              <a:rPr lang="en-US" dirty="0"/>
              <a:t>. </a:t>
            </a:r>
            <a:r>
              <a:rPr lang="en-US" dirty="0" err="1"/>
              <a:t>Əgər</a:t>
            </a:r>
            <a:r>
              <a:rPr lang="en-US" dirty="0"/>
              <a:t> client-</a:t>
            </a:r>
            <a:r>
              <a:rPr lang="en-US" dirty="0" err="1"/>
              <a:t>ın</a:t>
            </a:r>
            <a:r>
              <a:rPr lang="en-US" dirty="0"/>
              <a:t> DNS-</a:t>
            </a:r>
            <a:r>
              <a:rPr lang="en-US" dirty="0" err="1"/>
              <a:t>i</a:t>
            </a:r>
            <a:r>
              <a:rPr lang="en-US" dirty="0"/>
              <a:t> 8.8.8.8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qalsa</a:t>
            </a:r>
            <a:r>
              <a:rPr lang="en-US" dirty="0"/>
              <a:t>, o </a:t>
            </a:r>
            <a:r>
              <a:rPr lang="en-US" dirty="0" err="1"/>
              <a:t>internetdə</a:t>
            </a:r>
            <a:r>
              <a:rPr lang="en-US" dirty="0"/>
              <a:t>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axtaracaq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qoşulma</a:t>
            </a:r>
            <a:r>
              <a:rPr lang="en-US" dirty="0"/>
              <a:t> </a:t>
            </a:r>
            <a:r>
              <a:rPr lang="en-US" dirty="0" err="1"/>
              <a:t>xətası</a:t>
            </a:r>
            <a:r>
              <a:rPr lang="en-US" dirty="0"/>
              <a:t> (Domain not found) </a:t>
            </a:r>
            <a:r>
              <a:rPr lang="en-US" dirty="0" err="1"/>
              <a:t>verəcək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Windows 11 (Client) </a:t>
            </a:r>
            <a:r>
              <a:rPr lang="en-US" dirty="0" err="1"/>
              <a:t>maşınına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sazlamalarını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 (</a:t>
            </a:r>
            <a:r>
              <a:rPr lang="en-US" dirty="0" err="1"/>
              <a:t>ncpa.cpl</a:t>
            </a:r>
            <a:r>
              <a:rPr lang="en-US" dirty="0"/>
              <a:t>) </a:t>
            </a:r>
            <a:r>
              <a:rPr lang="en-US" dirty="0" err="1"/>
              <a:t>və</a:t>
            </a:r>
            <a:r>
              <a:rPr lang="en-US" dirty="0"/>
              <a:t> IPv4 </a:t>
            </a:r>
            <a:r>
              <a:rPr lang="en-US" dirty="0" err="1"/>
              <a:t>xassələrinə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İp </a:t>
            </a:r>
            <a:r>
              <a:rPr lang="en-US" dirty="0" err="1"/>
              <a:t>ünvanlarını</a:t>
            </a:r>
            <a:r>
              <a:rPr lang="en-US" dirty="0"/>
              <a:t>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konfiqurasiya</a:t>
            </a:r>
            <a:r>
              <a:rPr lang="en-US" dirty="0"/>
              <a:t> et:</a:t>
            </a:r>
          </a:p>
          <a:p>
            <a:r>
              <a:rPr lang="en-US" dirty="0"/>
              <a:t>IP address: 192.168.</a:t>
            </a:r>
            <a:r>
              <a:rPr lang="az-Latn-AZ" dirty="0"/>
              <a:t>20</a:t>
            </a:r>
            <a:r>
              <a:rPr lang="en-US" dirty="0"/>
              <a:t>.20 (</a:t>
            </a:r>
            <a:r>
              <a:rPr lang="en-US" dirty="0" err="1"/>
              <a:t>Serverlə</a:t>
            </a:r>
            <a:r>
              <a:rPr lang="en-US" dirty="0"/>
              <a:t>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boş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IP)</a:t>
            </a:r>
          </a:p>
          <a:p>
            <a:r>
              <a:rPr lang="en-US" dirty="0"/>
              <a:t>Subnet mask: 255.255.255.0</a:t>
            </a:r>
          </a:p>
          <a:p>
            <a:r>
              <a:rPr lang="en-US" dirty="0"/>
              <a:t>Default gateway: 192.168.</a:t>
            </a:r>
            <a:r>
              <a:rPr lang="az-Latn-AZ" dirty="0"/>
              <a:t>2</a:t>
            </a:r>
            <a:r>
              <a:rPr lang="en-US" dirty="0"/>
              <a:t>0.1</a:t>
            </a:r>
          </a:p>
          <a:p>
            <a:r>
              <a:rPr lang="en-US" dirty="0"/>
              <a:t>Preferred DNS server (ƏN KRİTİK HİSSƏ): 192.168.</a:t>
            </a:r>
            <a:r>
              <a:rPr lang="az-Latn-AZ" dirty="0"/>
              <a:t>2</a:t>
            </a:r>
            <a:r>
              <a:rPr lang="en-US" dirty="0"/>
              <a:t>0.10 (Bura </a:t>
            </a:r>
            <a:r>
              <a:rPr lang="en-US" dirty="0" err="1"/>
              <a:t>mütləq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mütləq</a:t>
            </a:r>
            <a:r>
              <a:rPr lang="en-US" dirty="0"/>
              <a:t> Gün 1-də </a:t>
            </a:r>
            <a:r>
              <a:rPr lang="en-US" dirty="0" err="1"/>
              <a:t>qurduğun</a:t>
            </a:r>
            <a:r>
              <a:rPr lang="en-US" dirty="0"/>
              <a:t> Domain Controller-in IP-</a:t>
            </a:r>
            <a:r>
              <a:rPr lang="en-US" dirty="0" err="1"/>
              <a:t>sini</a:t>
            </a:r>
            <a:r>
              <a:rPr lang="en-US" dirty="0"/>
              <a:t> </a:t>
            </a:r>
            <a:r>
              <a:rPr lang="en-US" dirty="0" err="1"/>
              <a:t>yazmalısan</a:t>
            </a:r>
            <a:r>
              <a:rPr lang="en-US" dirty="0"/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278932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76C31C-617B-DF30-08D8-C542A8E5C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32" y="2443025"/>
            <a:ext cx="3791479" cy="1971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C89C13-5687-170E-21A8-B859E97B5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09" y="1111034"/>
            <a:ext cx="4369939" cy="494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6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40F0-45A1-E6C1-4682-146A1C09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Qoşulmazdan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Əvvəl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Şəbəkə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və</a:t>
            </a:r>
            <a:r>
              <a:rPr lang="en-US" b="1" dirty="0">
                <a:solidFill>
                  <a:srgbClr val="FF0000"/>
                </a:solidFill>
              </a:rPr>
              <a:t> Paket </a:t>
            </a:r>
            <a:r>
              <a:rPr lang="en-US" b="1" dirty="0" err="1">
                <a:solidFill>
                  <a:srgbClr val="FF0000"/>
                </a:solidFill>
              </a:rPr>
              <a:t>Analizi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6AE4-72A0-D681-2D57-6001B40B0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191" y="2148474"/>
            <a:ext cx="4356798" cy="3609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CMD </a:t>
            </a:r>
            <a:r>
              <a:rPr lang="en-US" dirty="0" err="1"/>
              <a:t>ilə</a:t>
            </a:r>
            <a:r>
              <a:rPr lang="en-US" dirty="0"/>
              <a:t> Test (</a:t>
            </a:r>
            <a:r>
              <a:rPr lang="en-US" dirty="0" err="1"/>
              <a:t>Nslookup</a:t>
            </a:r>
            <a:r>
              <a:rPr lang="en-US" dirty="0"/>
              <a:t>): Windows 11-də CMD </a:t>
            </a:r>
            <a:r>
              <a:rPr lang="en-US" dirty="0" err="1"/>
              <a:t>aç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nslookup</a:t>
            </a:r>
            <a:r>
              <a:rPr lang="en-US" dirty="0"/>
              <a:t>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.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sənə</a:t>
            </a:r>
            <a:r>
              <a:rPr lang="en-US" dirty="0"/>
              <a:t> </a:t>
            </a:r>
            <a:r>
              <a:rPr lang="en-US" dirty="0" err="1"/>
              <a:t>cavab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192.168.</a:t>
            </a:r>
            <a:r>
              <a:rPr lang="az-Latn-AZ" dirty="0"/>
              <a:t>2</a:t>
            </a:r>
            <a:r>
              <a:rPr lang="en-US" dirty="0"/>
              <a:t>0.10 IP-</a:t>
            </a:r>
            <a:r>
              <a:rPr lang="en-US" dirty="0" err="1"/>
              <a:t>sini</a:t>
            </a:r>
            <a:r>
              <a:rPr lang="en-US" dirty="0"/>
              <a:t> </a:t>
            </a:r>
            <a:r>
              <a:rPr lang="en-US" dirty="0" err="1"/>
              <a:t>qaytarmalıdır</a:t>
            </a:r>
            <a:r>
              <a:rPr lang="en-US" dirty="0"/>
              <a:t>. 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qaytarmırsa</a:t>
            </a:r>
            <a:r>
              <a:rPr lang="en-US" dirty="0"/>
              <a:t>, </a:t>
            </a:r>
            <a:r>
              <a:rPr lang="en-US" dirty="0" err="1"/>
              <a:t>deməli</a:t>
            </a:r>
            <a:r>
              <a:rPr lang="en-US" dirty="0"/>
              <a:t> DNS </a:t>
            </a:r>
            <a:r>
              <a:rPr lang="en-US" dirty="0" err="1"/>
              <a:t>sazlaman</a:t>
            </a:r>
            <a:r>
              <a:rPr lang="en-US" dirty="0"/>
              <a:t> </a:t>
            </a:r>
            <a:r>
              <a:rPr lang="en-US" dirty="0" err="1"/>
              <a:t>səhvdir</a:t>
            </a:r>
            <a:r>
              <a:rPr lang="az-Latn-AZ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7188B4-C1EE-29D9-D098-AF7F466FF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591" y="2148474"/>
            <a:ext cx="5506218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1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BCFB-FEAA-63E7-BA2C-5E533CA1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Windows 11-i </a:t>
            </a:r>
            <a:r>
              <a:rPr lang="en-US" b="1" dirty="0" err="1">
                <a:solidFill>
                  <a:srgbClr val="FF0000"/>
                </a:solidFill>
              </a:rPr>
              <a:t>Domenə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Qoşmaq</a:t>
            </a:r>
            <a:r>
              <a:rPr lang="en-US" b="1" dirty="0">
                <a:solidFill>
                  <a:srgbClr val="FF0000"/>
                </a:solidFill>
              </a:rPr>
              <a:t> (Domain Join)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E891D-4ECC-A7C9-DE04-E1070E53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tam </a:t>
            </a:r>
            <a:r>
              <a:rPr lang="en-US" dirty="0" err="1"/>
              <a:t>işlək</a:t>
            </a:r>
            <a:r>
              <a:rPr lang="en-US" dirty="0"/>
              <a:t> </a:t>
            </a:r>
            <a:r>
              <a:rPr lang="en-US" dirty="0" err="1"/>
              <a:t>vəziyyətdədirsə</a:t>
            </a:r>
            <a:r>
              <a:rPr lang="en-US" dirty="0"/>
              <a:t>, </a:t>
            </a:r>
            <a:r>
              <a:rPr lang="en-US" dirty="0" err="1"/>
              <a:t>yekun</a:t>
            </a:r>
            <a:r>
              <a:rPr lang="en-US" dirty="0"/>
              <a:t> </a:t>
            </a:r>
            <a:r>
              <a:rPr lang="en-US" dirty="0" err="1"/>
              <a:t>addımı</a:t>
            </a:r>
            <a:r>
              <a:rPr lang="en-US" dirty="0"/>
              <a:t> </a:t>
            </a:r>
            <a:r>
              <a:rPr lang="en-US" dirty="0" err="1"/>
              <a:t>atırıq</a:t>
            </a:r>
            <a:r>
              <a:rPr lang="en-US" dirty="0"/>
              <a:t>:  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Windows 11-də Settings -&gt; System -&gt; About </a:t>
            </a:r>
            <a:r>
              <a:rPr lang="en-US" dirty="0" err="1"/>
              <a:t>bölməsinə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.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Aşağıda</a:t>
            </a:r>
            <a:r>
              <a:rPr lang="en-US" dirty="0"/>
              <a:t> Advanced system settings </a:t>
            </a:r>
            <a:r>
              <a:rPr lang="en-US" dirty="0" err="1"/>
              <a:t>linkinə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.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kiçik</a:t>
            </a:r>
            <a:r>
              <a:rPr lang="en-US" dirty="0"/>
              <a:t> </a:t>
            </a:r>
            <a:r>
              <a:rPr lang="en-US" dirty="0" err="1"/>
              <a:t>pəncərədə</a:t>
            </a:r>
            <a:r>
              <a:rPr lang="en-US" dirty="0"/>
              <a:t> Computer Name </a:t>
            </a:r>
            <a:r>
              <a:rPr lang="en-US" dirty="0" err="1"/>
              <a:t>tabına</a:t>
            </a:r>
            <a:r>
              <a:rPr lang="en-US" dirty="0"/>
              <a:t> </a:t>
            </a:r>
            <a:r>
              <a:rPr lang="en-US" dirty="0" err="1"/>
              <a:t>keç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Change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Member of </a:t>
            </a:r>
            <a:r>
              <a:rPr lang="en-US" dirty="0" err="1"/>
              <a:t>hissəsindən</a:t>
            </a:r>
            <a:r>
              <a:rPr lang="en-US" dirty="0"/>
              <a:t> Domain </a:t>
            </a:r>
            <a:r>
              <a:rPr lang="en-US" dirty="0" err="1"/>
              <a:t>seçini</a:t>
            </a:r>
            <a:r>
              <a:rPr lang="en-US" dirty="0"/>
              <a:t> </a:t>
            </a:r>
            <a:r>
              <a:rPr lang="en-US" dirty="0" err="1"/>
              <a:t>işarələ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sənədindəki</a:t>
            </a:r>
            <a:r>
              <a:rPr lang="en-US" dirty="0"/>
              <a:t> </a:t>
            </a:r>
            <a:r>
              <a:rPr lang="en-US" dirty="0" err="1"/>
              <a:t>tapşırığa</a:t>
            </a:r>
            <a:r>
              <a:rPr lang="en-US" dirty="0"/>
              <a:t> </a:t>
            </a:r>
            <a:r>
              <a:rPr lang="en-US" dirty="0" err="1"/>
              <a:t>əsasən</a:t>
            </a:r>
            <a:r>
              <a:rPr lang="en-US" dirty="0"/>
              <a:t> verbatim </a:t>
            </a:r>
            <a:r>
              <a:rPr lang="en-US" dirty="0" err="1"/>
              <a:t>olaraq</a:t>
            </a:r>
            <a:r>
              <a:rPr lang="en-US" dirty="0"/>
              <a:t>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yazıb</a:t>
            </a:r>
            <a:r>
              <a:rPr lang="en-US" dirty="0"/>
              <a:t> OK </a:t>
            </a:r>
            <a:r>
              <a:rPr lang="en-US" dirty="0" err="1"/>
              <a:t>sıx</a:t>
            </a:r>
            <a:r>
              <a:rPr lang="en-US" dirty="0"/>
              <a:t>.  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Qarşına</a:t>
            </a:r>
            <a:r>
              <a:rPr lang="en-US" dirty="0"/>
              <a:t> Active Directory </a:t>
            </a:r>
            <a:r>
              <a:rPr lang="en-US" dirty="0" err="1"/>
              <a:t>pəncərəsi</a:t>
            </a:r>
            <a:r>
              <a:rPr lang="en-US" dirty="0"/>
              <a:t> </a:t>
            </a:r>
            <a:r>
              <a:rPr lang="en-US" dirty="0" err="1"/>
              <a:t>çıxacaq</a:t>
            </a:r>
            <a:r>
              <a:rPr lang="en-US" dirty="0"/>
              <a:t>. Bura </a:t>
            </a:r>
            <a:r>
              <a:rPr lang="en-US" dirty="0" err="1"/>
              <a:t>domeni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icazəsi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hesab</a:t>
            </a:r>
            <a:r>
              <a:rPr lang="en-US" dirty="0"/>
              <a:t> </a:t>
            </a:r>
            <a:r>
              <a:rPr lang="en-US" dirty="0" err="1"/>
              <a:t>məlumatlarını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: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Username: </a:t>
            </a:r>
            <a:r>
              <a:rPr lang="en-US" dirty="0" err="1"/>
              <a:t>corp</a:t>
            </a:r>
            <a:r>
              <a:rPr lang="en-US" dirty="0"/>
              <a:t>\administrator</a:t>
            </a:r>
            <a:endParaRPr lang="az-Latn-AZ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Password: </a:t>
            </a:r>
            <a:r>
              <a:rPr lang="az-Latn-AZ" dirty="0"/>
              <a:t>*******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Ekranda</a:t>
            </a:r>
            <a:r>
              <a:rPr lang="en-US" dirty="0"/>
              <a:t> "Welcome to the </a:t>
            </a:r>
            <a:r>
              <a:rPr lang="en-US" dirty="0" err="1"/>
              <a:t>corp.local</a:t>
            </a:r>
            <a:r>
              <a:rPr lang="en-US" dirty="0"/>
              <a:t> domain" </a:t>
            </a:r>
            <a:r>
              <a:rPr lang="en-US" dirty="0" err="1"/>
              <a:t>pəncərəsini</a:t>
            </a:r>
            <a:r>
              <a:rPr lang="en-US" dirty="0"/>
              <a:t> </a:t>
            </a:r>
            <a:r>
              <a:rPr lang="en-US" dirty="0" err="1"/>
              <a:t>görəcəksən</a:t>
            </a:r>
            <a:r>
              <a:rPr lang="en-US" dirty="0"/>
              <a:t>. </a:t>
            </a:r>
            <a:r>
              <a:rPr lang="en-US" dirty="0" err="1"/>
              <a:t>Kompüteri</a:t>
            </a:r>
            <a:r>
              <a:rPr lang="en-US" dirty="0"/>
              <a:t> restart et. </a:t>
            </a:r>
          </a:p>
        </p:txBody>
      </p:sp>
    </p:spTree>
    <p:extLst>
      <p:ext uri="{BB962C8B-B14F-4D97-AF65-F5344CB8AC3E}">
        <p14:creationId xmlns:p14="http://schemas.microsoft.com/office/powerpoint/2010/main" val="343476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CD3A5-C73C-980E-EC40-5EC49C780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330" y="231607"/>
            <a:ext cx="8565340" cy="639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21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D38ABC-A7E7-DBC8-5120-B7DD14BE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40" y="353525"/>
            <a:ext cx="3228106" cy="3665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FEAF7F-6CE4-791B-F1D4-D3922D640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785" y="353525"/>
            <a:ext cx="4003484" cy="3178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ECE6B-92D2-FFEE-1839-77F7CE71B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391" y="4614958"/>
            <a:ext cx="3428659" cy="1889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56936D-2EE0-C141-26C8-9CBCE732F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1092" y="4614958"/>
            <a:ext cx="3334215" cy="179095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8C1A23B7-F847-351F-EE86-9C59BE47BCE9}"/>
              </a:ext>
            </a:extLst>
          </p:cNvPr>
          <p:cNvSpPr/>
          <p:nvPr/>
        </p:nvSpPr>
        <p:spPr>
          <a:xfrm>
            <a:off x="5004079" y="1698171"/>
            <a:ext cx="633046" cy="844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E1D2ADB-1171-3F79-851E-0F2DC0AAA305}"/>
              </a:ext>
            </a:extLst>
          </p:cNvPr>
          <p:cNvSpPr/>
          <p:nvPr/>
        </p:nvSpPr>
        <p:spPr>
          <a:xfrm>
            <a:off x="7901545" y="3710354"/>
            <a:ext cx="823964" cy="7035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39D9BBE4-9A67-4D8C-8246-FF0A9BFB43A4}"/>
              </a:ext>
            </a:extLst>
          </p:cNvPr>
          <p:cNvSpPr/>
          <p:nvPr/>
        </p:nvSpPr>
        <p:spPr>
          <a:xfrm>
            <a:off x="5320602" y="5184949"/>
            <a:ext cx="869183" cy="84406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6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361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DNS və Domain Join</vt:lpstr>
      <vt:lpstr>Server tərəfində DNS-in Yoxlanılması</vt:lpstr>
      <vt:lpstr>PowerPoint Presentation</vt:lpstr>
      <vt:lpstr>Windows 11 Client Maşınının Şəbəkə Sazlamaları</vt:lpstr>
      <vt:lpstr>PowerPoint Presentation</vt:lpstr>
      <vt:lpstr>Qoşulmazdan Əvvəl Şəbəkə və Paket Analizi</vt:lpstr>
      <vt:lpstr>Windows 11-i Domenə Qoşmaq (Domain Join)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2026-06-07T08:48:54Z</dcterms:created>
  <dcterms:modified xsi:type="dcterms:W3CDTF">2026-06-07T09:16:13Z</dcterms:modified>
</cp:coreProperties>
</file>