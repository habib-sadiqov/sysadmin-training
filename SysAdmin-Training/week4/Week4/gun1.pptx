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5F32-9CA8-2518-CC85-5DB9B7703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0084B-F30D-E2F2-5D9C-3C9D9E8A9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61FC-5DC4-318D-F6EA-6E13B4E9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70872-BFB8-0826-50EB-D852633D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4B531-D158-7BBC-43DE-256EA9B5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4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A501-E6E7-548D-8BB5-D5B0E66D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1DE4-405F-85EC-6773-3553244CB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126B-2A0C-309A-E540-E5005629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31E8-DD91-BDD9-8CEE-02AF28F0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A6494-142D-6700-F171-01DB5489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5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7307-CBEE-77E8-FC1A-9F170C46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713D6-4C34-0380-7094-D2E9A79A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B2B20-C7DB-25D8-36B3-705F6A9E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3A8A4-62BA-88E7-AEF8-AC330275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B1A5D-EF1E-B2F5-107C-A825FA6C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2D18-6C9F-A50A-A6B5-29096DF2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415E-B466-9375-59FC-75390F2F4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7B584-1D2A-43F5-6373-DD914E5DB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EFD4A-2C46-BC32-F60A-234E248A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738BA-4E31-4A9E-13A3-2CC06B85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12AAA-6741-CAD7-F218-CDAE5904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3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11FE-CFC2-5577-431B-693F0439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C61D-7640-8224-8649-FD6D532D1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1C13B-94B0-22F7-DE49-F1F9B0EF4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18C6F-7172-5369-791C-43BD23944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523BA-9C41-0F73-B337-377974BBD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F4825-B163-AD52-90DD-3AB67203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4DFC2-6766-A776-75AB-F2D4C509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625EF-ACBA-B48A-EED7-5F260EE5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2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668B-DC9B-27FB-DB3C-7F8C4800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E6D4C-17C4-B3DF-7CE2-E0B9EB767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1F345-4D3C-817A-4727-F0AB2C72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DF49D-C42F-2B47-7009-871D789A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3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C1B5C-3861-A218-25F0-A6BF8095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AC10D-18BC-70D4-90BB-FB0ED59E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825A7-4C7A-83B0-28A2-D1D54A7D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0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4FCD-4231-76F1-D61D-36EC328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BC42-640C-29EE-9F9E-7F2FACF4A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23690-564B-6248-0037-F9DE4438E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E4434-325B-638F-0D2B-1D17247D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52021-17B5-7330-C05B-0D5EFF75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1A4EC-0A49-9EEB-9A8A-95752DBCB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9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8849-0677-4914-89F5-5550CD49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298B2-0FD1-F5AF-1700-5C18D90D8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5024B-8D50-559C-8E90-A1EE6C5C4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3673D-A90B-41A6-4BDA-4F7CFE5B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0AFA6-A061-7D22-E8A0-684E461E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2A982-2C78-A814-B60A-F0A1B416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B7DB-C24D-0B1B-9C25-D0092BAD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52F5A-C0EC-882A-4EBA-25FEFA788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794A-7B6B-259C-F6A5-62501A7A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02ED7-7976-A456-76E4-FBD752C9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934A-A541-1D8D-7C9E-58FE3CF8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6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6E337-1FB4-229C-8209-EC2D2C509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0E9C4-F71B-D616-0539-192A45447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6A25-5099-76E2-EA0D-577441E1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7FC9-7D6E-12E3-2444-0F1F7E1A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AEAB4-4178-40AB-0EA7-DD705370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2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0B05AE-39E0-1D56-6588-02442DCD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29550-980C-5A81-3D67-2E32A9887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4A0A-6CFC-4323-3D12-3D6B0A322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01F7-BA2F-403F-ADB0-C222EC1480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CB41A-7F65-7394-74E4-F0CB2B772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C34EB-3826-CBAF-FCC8-5D534EC31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588F7-FDFC-4948-9985-84798469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5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FA67-FF4D-0751-A773-5CEE34CDB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Active Directory </a:t>
            </a:r>
            <a:r>
              <a:rPr lang="en-US" b="1" dirty="0" err="1"/>
              <a:t>və</a:t>
            </a:r>
            <a:r>
              <a:rPr lang="en-US" b="1" dirty="0"/>
              <a:t> Domain Controller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000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E8F3-93BB-0D36-4B5D-0A52716F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Serverin</a:t>
            </a:r>
            <a:r>
              <a:rPr lang="en-US" b="1" dirty="0">
                <a:solidFill>
                  <a:srgbClr val="FF0000"/>
                </a:solidFill>
              </a:rPr>
              <a:t> İlkin </a:t>
            </a:r>
            <a:r>
              <a:rPr lang="en-US" b="1" dirty="0" err="1">
                <a:solidFill>
                  <a:srgbClr val="FF0000"/>
                </a:solidFill>
              </a:rPr>
              <a:t>Sazlanması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36156-7D56-73EA-569D-5F7DDD14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az-Latn-AZ" b="1" dirty="0">
                <a:solidFill>
                  <a:srgbClr val="FF0000"/>
                </a:solidFill>
              </a:rPr>
              <a:t>1. </a:t>
            </a:r>
            <a:r>
              <a:rPr lang="en-US" b="1" dirty="0" err="1">
                <a:solidFill>
                  <a:srgbClr val="FF0000"/>
                </a:solidFill>
              </a:rPr>
              <a:t>Serverə</a:t>
            </a:r>
            <a:r>
              <a:rPr lang="en-US" b="1" dirty="0">
                <a:solidFill>
                  <a:srgbClr val="FF0000"/>
                </a:solidFill>
              </a:rPr>
              <a:t> Ad Ver:</a:t>
            </a:r>
          </a:p>
          <a:p>
            <a:r>
              <a:rPr lang="en-US" dirty="0"/>
              <a:t>Windows Server-</a:t>
            </a:r>
            <a:r>
              <a:rPr lang="en-US" dirty="0" err="1"/>
              <a:t>i</a:t>
            </a:r>
            <a:r>
              <a:rPr lang="en-US" dirty="0"/>
              <a:t> ilk </a:t>
            </a:r>
            <a:r>
              <a:rPr lang="en-US" dirty="0" err="1"/>
              <a:t>quranda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WIN-A1B2C3D </a:t>
            </a:r>
            <a:r>
              <a:rPr lang="en-US" dirty="0" err="1"/>
              <a:t>kimi</a:t>
            </a:r>
            <a:r>
              <a:rPr lang="en-US" dirty="0"/>
              <a:t> </a:t>
            </a:r>
            <a:r>
              <a:rPr lang="en-US" dirty="0" err="1"/>
              <a:t>qarışıq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verir</a:t>
            </a:r>
            <a:r>
              <a:rPr lang="en-US" dirty="0"/>
              <a:t>.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başlığı</a:t>
            </a:r>
            <a:r>
              <a:rPr lang="en-US" dirty="0"/>
              <a:t> </a:t>
            </a:r>
            <a:r>
              <a:rPr lang="en-US" dirty="0" err="1"/>
              <a:t>anlaşılan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adla</a:t>
            </a:r>
            <a:r>
              <a:rPr lang="en-US" dirty="0"/>
              <a:t> </a:t>
            </a:r>
            <a:r>
              <a:rPr lang="en-US" dirty="0" err="1"/>
              <a:t>dəyiş</a:t>
            </a:r>
            <a:r>
              <a:rPr lang="en-US" dirty="0"/>
              <a:t>.</a:t>
            </a:r>
          </a:p>
          <a:p>
            <a:r>
              <a:rPr lang="en-US" dirty="0" err="1"/>
              <a:t>Sazlama</a:t>
            </a:r>
            <a:r>
              <a:rPr lang="en-US" dirty="0"/>
              <a:t>: Server Manager -&gt; Local Server -&gt; Computer Name </a:t>
            </a:r>
            <a:r>
              <a:rPr lang="en-US" dirty="0" err="1"/>
              <a:t>hissəsinə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adı</a:t>
            </a:r>
            <a:r>
              <a:rPr lang="en-US" dirty="0"/>
              <a:t> SRV-DC01 (Server Domain Controller 01)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dəyişib</a:t>
            </a:r>
            <a:r>
              <a:rPr lang="en-US" dirty="0"/>
              <a:t> </a:t>
            </a:r>
            <a:r>
              <a:rPr lang="en-US" dirty="0" err="1"/>
              <a:t>serveri</a:t>
            </a:r>
            <a:r>
              <a:rPr lang="en-US" dirty="0"/>
              <a:t> restart et.</a:t>
            </a:r>
          </a:p>
          <a:p>
            <a:pPr marL="0" indent="0">
              <a:buNone/>
            </a:pPr>
            <a:r>
              <a:rPr lang="az-Latn-AZ" b="1" dirty="0">
                <a:solidFill>
                  <a:srgbClr val="FF0000"/>
                </a:solidFill>
              </a:rPr>
              <a:t>2. </a:t>
            </a:r>
            <a:r>
              <a:rPr lang="en-US" b="1" dirty="0">
                <a:solidFill>
                  <a:srgbClr val="FF0000"/>
                </a:solidFill>
              </a:rPr>
              <a:t>Statik IP </a:t>
            </a:r>
            <a:r>
              <a:rPr lang="en-US" b="1" dirty="0" err="1">
                <a:solidFill>
                  <a:srgbClr val="FF0000"/>
                </a:solidFill>
              </a:rPr>
              <a:t>Təyin</a:t>
            </a:r>
            <a:r>
              <a:rPr lang="en-US" b="1" dirty="0">
                <a:solidFill>
                  <a:srgbClr val="FF0000"/>
                </a:solidFill>
              </a:rPr>
              <a:t> Et (</a:t>
            </a:r>
            <a:r>
              <a:rPr lang="en-US" b="1" dirty="0" err="1">
                <a:solidFill>
                  <a:srgbClr val="FF0000"/>
                </a:solidFill>
              </a:rPr>
              <a:t>Ən</a:t>
            </a:r>
            <a:r>
              <a:rPr lang="en-US" b="1" dirty="0">
                <a:solidFill>
                  <a:srgbClr val="FF0000"/>
                </a:solidFill>
              </a:rPr>
              <a:t> Kritik </a:t>
            </a:r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):</a:t>
            </a:r>
          </a:p>
          <a:p>
            <a:r>
              <a:rPr lang="en-US" dirty="0"/>
              <a:t>Bir Domain Controller </a:t>
            </a:r>
            <a:r>
              <a:rPr lang="en-US" dirty="0" err="1"/>
              <a:t>şəbəkədəki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kəsə</a:t>
            </a:r>
            <a:r>
              <a:rPr lang="en-US" dirty="0"/>
              <a:t> DNS </a:t>
            </a:r>
            <a:r>
              <a:rPr lang="en-US" dirty="0" err="1"/>
              <a:t>və</a:t>
            </a:r>
            <a:r>
              <a:rPr lang="en-US" dirty="0"/>
              <a:t> login </a:t>
            </a:r>
            <a:r>
              <a:rPr lang="en-US" dirty="0" err="1"/>
              <a:t>xidməti</a:t>
            </a:r>
            <a:r>
              <a:rPr lang="en-US" dirty="0"/>
              <a:t> </a:t>
            </a:r>
            <a:r>
              <a:rPr lang="en-US" dirty="0" err="1"/>
              <a:t>verəcəyi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IP-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heç</a:t>
            </a:r>
            <a:r>
              <a:rPr lang="en-US" dirty="0"/>
              <a:t> </a:t>
            </a:r>
            <a:r>
              <a:rPr lang="en-US" dirty="0" err="1"/>
              <a:t>vaxt</a:t>
            </a:r>
            <a:r>
              <a:rPr lang="en-US" dirty="0"/>
              <a:t> </a:t>
            </a:r>
            <a:r>
              <a:rPr lang="en-US" dirty="0" err="1"/>
              <a:t>dəyişməməlidir</a:t>
            </a:r>
            <a:r>
              <a:rPr lang="en-US" dirty="0"/>
              <a:t>.</a:t>
            </a:r>
          </a:p>
          <a:p>
            <a:r>
              <a:rPr lang="en-US" dirty="0" err="1"/>
              <a:t>Sazlama</a:t>
            </a:r>
            <a:r>
              <a:rPr lang="en-US" dirty="0"/>
              <a:t>: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kartının</a:t>
            </a:r>
            <a:r>
              <a:rPr lang="en-US" dirty="0"/>
              <a:t> </a:t>
            </a:r>
            <a:r>
              <a:rPr lang="en-US" dirty="0" err="1"/>
              <a:t>sazlamalarına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(</a:t>
            </a:r>
            <a:r>
              <a:rPr lang="en-US" dirty="0" err="1"/>
              <a:t>ncpa.cpl</a:t>
            </a:r>
            <a:r>
              <a:rPr lang="en-US" dirty="0"/>
              <a:t>) </a:t>
            </a:r>
            <a:r>
              <a:rPr lang="en-US" dirty="0" err="1"/>
              <a:t>və</a:t>
            </a:r>
            <a:r>
              <a:rPr lang="en-US" dirty="0"/>
              <a:t> IPv4 </a:t>
            </a:r>
            <a:r>
              <a:rPr lang="en-US" dirty="0" err="1"/>
              <a:t>hissəsini</a:t>
            </a:r>
            <a:r>
              <a:rPr lang="en-US" dirty="0"/>
              <a:t> </a:t>
            </a:r>
            <a:r>
              <a:rPr lang="en-US" dirty="0" err="1"/>
              <a:t>belə</a:t>
            </a:r>
            <a:r>
              <a:rPr lang="en-US" dirty="0"/>
              <a:t> </a:t>
            </a:r>
            <a:r>
              <a:rPr lang="en-US" dirty="0" err="1"/>
              <a:t>doldur</a:t>
            </a:r>
            <a:r>
              <a:rPr lang="en-US" dirty="0"/>
              <a:t>:</a:t>
            </a:r>
          </a:p>
          <a:p>
            <a:r>
              <a:rPr lang="en-US" dirty="0"/>
              <a:t>IP address: 192.168.</a:t>
            </a:r>
            <a:r>
              <a:rPr lang="az-Latn-AZ" dirty="0"/>
              <a:t>2</a:t>
            </a:r>
            <a:r>
              <a:rPr lang="en-US" dirty="0"/>
              <a:t>0.10</a:t>
            </a:r>
          </a:p>
          <a:p>
            <a:r>
              <a:rPr lang="en-US" dirty="0"/>
              <a:t>Subnet mask: 255.255.255.0</a:t>
            </a:r>
          </a:p>
          <a:p>
            <a:r>
              <a:rPr lang="en-US" dirty="0"/>
              <a:t>Default gateway: Virtual </a:t>
            </a:r>
            <a:r>
              <a:rPr lang="en-US" dirty="0" err="1"/>
              <a:t>şəbəkənin</a:t>
            </a:r>
            <a:r>
              <a:rPr lang="en-US" dirty="0"/>
              <a:t> router/NAT IP-</a:t>
            </a:r>
            <a:r>
              <a:rPr lang="en-US" dirty="0" err="1"/>
              <a:t>si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: 192.168.</a:t>
            </a:r>
            <a:r>
              <a:rPr lang="az-Latn-AZ" dirty="0"/>
              <a:t>2</a:t>
            </a:r>
            <a:r>
              <a:rPr lang="en-US" dirty="0"/>
              <a:t>0.1)</a:t>
            </a:r>
          </a:p>
          <a:p>
            <a:r>
              <a:rPr lang="en-US" dirty="0"/>
              <a:t>Preferred DNS server: 127.0.0.1 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serverin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IP-</a:t>
            </a:r>
            <a:r>
              <a:rPr lang="en-US" dirty="0" err="1"/>
              <a:t>si</a:t>
            </a:r>
            <a:r>
              <a:rPr lang="en-US" dirty="0"/>
              <a:t>: 192.168.</a:t>
            </a:r>
            <a:r>
              <a:rPr lang="az-Latn-AZ" dirty="0"/>
              <a:t>2</a:t>
            </a:r>
            <a:r>
              <a:rPr lang="en-US" dirty="0"/>
              <a:t>0.10). </a:t>
            </a:r>
            <a:r>
              <a:rPr lang="en-US" dirty="0" err="1"/>
              <a:t>Çünki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server </a:t>
            </a:r>
            <a:r>
              <a:rPr lang="en-US" dirty="0" err="1"/>
              <a:t>həm</a:t>
            </a:r>
            <a:r>
              <a:rPr lang="en-US" dirty="0"/>
              <a:t> </a:t>
            </a:r>
            <a:r>
              <a:rPr lang="en-US" dirty="0" err="1"/>
              <a:t>də</a:t>
            </a:r>
            <a:r>
              <a:rPr lang="en-US" dirty="0"/>
              <a:t> DNS server </a:t>
            </a:r>
            <a:r>
              <a:rPr lang="en-US" dirty="0" err="1"/>
              <a:t>olacaq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4716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6B2579-A1F3-6594-AFBB-35B6B5FB7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51" y="0"/>
            <a:ext cx="8893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D511A-E919-C572-919E-207E5551E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4" t="34510" r="29410" b="33796"/>
          <a:stretch>
            <a:fillRect/>
          </a:stretch>
        </p:blipFill>
        <p:spPr>
          <a:xfrm>
            <a:off x="6292514" y="2180722"/>
            <a:ext cx="5255903" cy="2496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DF880D-BFC6-102D-4459-F69032886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05" y="51915"/>
            <a:ext cx="4963218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3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E249-27A8-1624-5F65-713B0527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AD DS </a:t>
            </a:r>
            <a:r>
              <a:rPr lang="en-US" sz="4800" b="1" dirty="0" err="1">
                <a:solidFill>
                  <a:srgbClr val="FF0000"/>
                </a:solidFill>
              </a:rPr>
              <a:t>Rolunun</a:t>
            </a:r>
            <a:r>
              <a:rPr lang="en-US" sz="4800" b="1" dirty="0">
                <a:solidFill>
                  <a:srgbClr val="FF0000"/>
                </a:solidFill>
              </a:rPr>
              <a:t> </a:t>
            </a:r>
            <a:r>
              <a:rPr lang="en-US" sz="4800" b="1" dirty="0" err="1">
                <a:solidFill>
                  <a:srgbClr val="FF0000"/>
                </a:solidFill>
              </a:rPr>
              <a:t>Yazılması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C50B-7AB9-3AF0-69E6-0528C52A3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Server </a:t>
            </a:r>
            <a:r>
              <a:rPr lang="en-US" sz="2400" dirty="0" err="1"/>
              <a:t>hazır</a:t>
            </a:r>
            <a:r>
              <a:rPr lang="en-US" sz="2400" dirty="0"/>
              <a:t> </a:t>
            </a:r>
            <a:r>
              <a:rPr lang="en-US" sz="2400" dirty="0" err="1"/>
              <a:t>olduqdan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funksionallığı</a:t>
            </a:r>
            <a:r>
              <a:rPr lang="en-US" sz="2400" dirty="0"/>
              <a:t> </a:t>
            </a:r>
            <a:r>
              <a:rPr lang="en-US" sz="2400" dirty="0" err="1"/>
              <a:t>aktivləşdirməliyik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Server Manager </a:t>
            </a:r>
            <a:r>
              <a:rPr lang="en-US" sz="2400" dirty="0" err="1"/>
              <a:t>konsolunu</a:t>
            </a:r>
            <a:r>
              <a:rPr lang="en-US" sz="2400" dirty="0"/>
              <a:t> </a:t>
            </a:r>
            <a:r>
              <a:rPr lang="en-US" sz="2400" dirty="0" err="1"/>
              <a:t>aç</a:t>
            </a:r>
            <a:r>
              <a:rPr lang="en-US" sz="2400" dirty="0"/>
              <a:t> </a:t>
            </a:r>
            <a:r>
              <a:rPr lang="en-US" sz="2400" dirty="0" err="1"/>
              <a:t>və</a:t>
            </a:r>
            <a:r>
              <a:rPr lang="en-US" sz="2400" dirty="0"/>
              <a:t> </a:t>
            </a:r>
            <a:r>
              <a:rPr lang="en-US" sz="2400" dirty="0" err="1"/>
              <a:t>sağ</a:t>
            </a:r>
            <a:r>
              <a:rPr lang="en-US" sz="2400" dirty="0"/>
              <a:t> </a:t>
            </a:r>
            <a:r>
              <a:rPr lang="en-US" sz="2400" dirty="0" err="1"/>
              <a:t>yuxarıdan</a:t>
            </a:r>
            <a:r>
              <a:rPr lang="en-US" sz="2400" dirty="0"/>
              <a:t> Add roles and features </a:t>
            </a:r>
            <a:r>
              <a:rPr lang="en-US" sz="2400" dirty="0" err="1"/>
              <a:t>düyməsini</a:t>
            </a:r>
            <a:r>
              <a:rPr lang="en-US" sz="2400" dirty="0"/>
              <a:t> </a:t>
            </a:r>
            <a:r>
              <a:rPr lang="en-US" sz="2400" dirty="0" err="1"/>
              <a:t>sıx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i="1" dirty="0"/>
              <a:t>Before you begin</a:t>
            </a:r>
            <a:r>
              <a:rPr lang="en-US" sz="2400" dirty="0"/>
              <a:t> </a:t>
            </a:r>
            <a:r>
              <a:rPr lang="en-US" sz="2400" dirty="0" err="1"/>
              <a:t>və</a:t>
            </a:r>
            <a:r>
              <a:rPr lang="en-US" sz="2400" dirty="0"/>
              <a:t> </a:t>
            </a:r>
            <a:r>
              <a:rPr lang="en-US" sz="2400" i="1" dirty="0"/>
              <a:t>Installation Type</a:t>
            </a:r>
            <a:r>
              <a:rPr lang="en-US" sz="2400" dirty="0"/>
              <a:t> </a:t>
            </a:r>
            <a:r>
              <a:rPr lang="en-US" sz="2400" dirty="0" err="1"/>
              <a:t>bölmələrini</a:t>
            </a:r>
            <a:r>
              <a:rPr lang="en-US" sz="2400" dirty="0"/>
              <a:t> Next </a:t>
            </a:r>
            <a:r>
              <a:rPr lang="en-US" sz="2400" dirty="0" err="1"/>
              <a:t>edərək</a:t>
            </a:r>
            <a:r>
              <a:rPr lang="en-US" sz="2400" dirty="0"/>
              <a:t> </a:t>
            </a:r>
            <a:r>
              <a:rPr lang="en-US" sz="2400" dirty="0" err="1"/>
              <a:t>keç</a:t>
            </a:r>
            <a:r>
              <a:rPr lang="en-US" sz="2400" dirty="0"/>
              <a:t> (Role-based </a:t>
            </a:r>
            <a:r>
              <a:rPr lang="en-US" sz="2400" dirty="0" err="1"/>
              <a:t>seçili</a:t>
            </a:r>
            <a:r>
              <a:rPr lang="en-US" sz="2400" dirty="0"/>
              <a:t> </a:t>
            </a:r>
            <a:r>
              <a:rPr lang="en-US" sz="2400" dirty="0" err="1"/>
              <a:t>olmalıdır</a:t>
            </a:r>
            <a:r>
              <a:rPr lang="en-US" sz="2400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i="1" dirty="0"/>
              <a:t>Server Selection</a:t>
            </a:r>
            <a:r>
              <a:rPr lang="en-US" sz="2400" dirty="0"/>
              <a:t> </a:t>
            </a:r>
            <a:r>
              <a:rPr lang="en-US" sz="2400" dirty="0" err="1"/>
              <a:t>hissəsində</a:t>
            </a:r>
            <a:r>
              <a:rPr lang="en-US" sz="2400" dirty="0"/>
              <a:t> </a:t>
            </a:r>
            <a:r>
              <a:rPr lang="en-US" sz="2400" dirty="0" err="1"/>
              <a:t>siyahıda</a:t>
            </a:r>
            <a:r>
              <a:rPr lang="en-US" sz="2400" dirty="0"/>
              <a:t> </a:t>
            </a:r>
            <a:r>
              <a:rPr lang="en-US" sz="2400" dirty="0" err="1"/>
              <a:t>öz</a:t>
            </a:r>
            <a:r>
              <a:rPr lang="en-US" sz="2400" dirty="0"/>
              <a:t> </a:t>
            </a:r>
            <a:r>
              <a:rPr lang="en-US" sz="2400" dirty="0" err="1"/>
              <a:t>serverini</a:t>
            </a:r>
            <a:r>
              <a:rPr lang="en-US" sz="2400" dirty="0"/>
              <a:t> (SRV-DC01) </a:t>
            </a:r>
            <a:r>
              <a:rPr lang="en-US" sz="2400" dirty="0" err="1"/>
              <a:t>və</a:t>
            </a:r>
            <a:r>
              <a:rPr lang="en-US" sz="2400" dirty="0"/>
              <a:t> </a:t>
            </a:r>
            <a:r>
              <a:rPr lang="en-US" sz="2400" dirty="0" err="1"/>
              <a:t>təyin</a:t>
            </a:r>
            <a:r>
              <a:rPr lang="en-US" sz="2400" dirty="0"/>
              <a:t> </a:t>
            </a:r>
            <a:r>
              <a:rPr lang="en-US" sz="2400" dirty="0" err="1"/>
              <a:t>etdiyin</a:t>
            </a:r>
            <a:r>
              <a:rPr lang="en-US" sz="2400" dirty="0"/>
              <a:t> IP-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gördükdən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Next et.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Server Roles </a:t>
            </a:r>
            <a:r>
              <a:rPr lang="en-US" sz="2400" dirty="0" err="1"/>
              <a:t>mərhələsində</a:t>
            </a:r>
            <a:r>
              <a:rPr lang="en-US" sz="2400" dirty="0"/>
              <a:t> </a:t>
            </a:r>
            <a:r>
              <a:rPr lang="en-US" sz="2400" dirty="0" err="1"/>
              <a:t>siyahıdan</a:t>
            </a:r>
            <a:r>
              <a:rPr lang="en-US" sz="2400" dirty="0"/>
              <a:t> Active Directory Domain Services </a:t>
            </a:r>
            <a:r>
              <a:rPr lang="en-US" sz="2400" dirty="0" err="1"/>
              <a:t>funksiyasını</a:t>
            </a:r>
            <a:r>
              <a:rPr lang="en-US" sz="2400" dirty="0"/>
              <a:t> </a:t>
            </a:r>
            <a:r>
              <a:rPr lang="en-US" sz="2400" dirty="0" err="1"/>
              <a:t>işarələ</a:t>
            </a:r>
            <a:r>
              <a:rPr lang="en-US" sz="2400" dirty="0"/>
              <a:t>. </a:t>
            </a:r>
            <a:r>
              <a:rPr lang="en-US" sz="2400" dirty="0" err="1"/>
              <a:t>Açılan</a:t>
            </a:r>
            <a:r>
              <a:rPr lang="en-US" sz="2400" dirty="0"/>
              <a:t> </a:t>
            </a:r>
            <a:r>
              <a:rPr lang="en-US" sz="2400" dirty="0" err="1"/>
              <a:t>pəncərədə</a:t>
            </a:r>
            <a:r>
              <a:rPr lang="en-US" sz="2400" dirty="0"/>
              <a:t> Add Features </a:t>
            </a:r>
            <a:r>
              <a:rPr lang="en-US" sz="2400" dirty="0" err="1"/>
              <a:t>düyməsini</a:t>
            </a:r>
            <a:r>
              <a:rPr lang="en-US" sz="2400" dirty="0"/>
              <a:t> </a:t>
            </a:r>
            <a:r>
              <a:rPr lang="en-US" sz="2400" dirty="0" err="1"/>
              <a:t>sıx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/>
              <a:t>Növbəti</a:t>
            </a:r>
            <a:r>
              <a:rPr lang="en-US" sz="2400" dirty="0"/>
              <a:t> </a:t>
            </a:r>
            <a:r>
              <a:rPr lang="en-US" sz="2400" dirty="0" err="1"/>
              <a:t>mərhələləri</a:t>
            </a:r>
            <a:r>
              <a:rPr lang="en-US" sz="2400" dirty="0"/>
              <a:t> (Features, AD DS) </a:t>
            </a:r>
            <a:r>
              <a:rPr lang="en-US" sz="2400" dirty="0" err="1"/>
              <a:t>standart</a:t>
            </a:r>
            <a:r>
              <a:rPr lang="en-US" sz="2400" dirty="0"/>
              <a:t> </a:t>
            </a:r>
            <a:r>
              <a:rPr lang="en-US" sz="2400" dirty="0" err="1"/>
              <a:t>olaraq</a:t>
            </a:r>
            <a:r>
              <a:rPr lang="en-US" sz="2400" dirty="0"/>
              <a:t> </a:t>
            </a:r>
            <a:r>
              <a:rPr lang="en-US" sz="2400" dirty="0" err="1"/>
              <a:t>saxlayıb</a:t>
            </a:r>
            <a:r>
              <a:rPr lang="en-US" sz="2400" dirty="0"/>
              <a:t> Next et </a:t>
            </a:r>
            <a:r>
              <a:rPr lang="en-US" sz="2400" dirty="0" err="1"/>
              <a:t>və</a:t>
            </a:r>
            <a:r>
              <a:rPr lang="en-US" sz="2400" dirty="0"/>
              <a:t> </a:t>
            </a:r>
            <a:r>
              <a:rPr lang="en-US" sz="2400" dirty="0" err="1"/>
              <a:t>yekunda</a:t>
            </a:r>
            <a:r>
              <a:rPr lang="en-US" sz="2400" dirty="0"/>
              <a:t> Install </a:t>
            </a:r>
            <a:r>
              <a:rPr lang="en-US" sz="2400" dirty="0" err="1"/>
              <a:t>düyməsinə</a:t>
            </a:r>
            <a:r>
              <a:rPr lang="en-US" sz="2400" dirty="0"/>
              <a:t> </a:t>
            </a:r>
            <a:r>
              <a:rPr lang="en-US" sz="2400" dirty="0" err="1"/>
              <a:t>kliklə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⚠️ Yadda </a:t>
            </a:r>
            <a:r>
              <a:rPr lang="en-US" sz="2400" dirty="0" err="1"/>
              <a:t>saxla</a:t>
            </a:r>
            <a:r>
              <a:rPr lang="en-US" sz="2400" dirty="0"/>
              <a:t>: Bu proses </a:t>
            </a:r>
            <a:r>
              <a:rPr lang="en-US" sz="2400" dirty="0" err="1"/>
              <a:t>sadəcə</a:t>
            </a:r>
            <a:r>
              <a:rPr lang="en-US" sz="2400" dirty="0"/>
              <a:t> </a:t>
            </a:r>
            <a:r>
              <a:rPr lang="en-US" sz="2400" dirty="0" err="1"/>
              <a:t>lazımi</a:t>
            </a:r>
            <a:r>
              <a:rPr lang="en-US" sz="2400" dirty="0"/>
              <a:t> </a:t>
            </a:r>
            <a:r>
              <a:rPr lang="en-US" sz="2400" dirty="0" err="1"/>
              <a:t>proqram</a:t>
            </a:r>
            <a:r>
              <a:rPr lang="en-US" sz="2400" dirty="0"/>
              <a:t> </a:t>
            </a:r>
            <a:r>
              <a:rPr lang="en-US" sz="2400" dirty="0" err="1"/>
              <a:t>fayllarını</a:t>
            </a:r>
            <a:r>
              <a:rPr lang="en-US" sz="2400" dirty="0"/>
              <a:t> </a:t>
            </a:r>
            <a:r>
              <a:rPr lang="en-US" sz="2400" dirty="0" err="1"/>
              <a:t>serverə</a:t>
            </a:r>
            <a:r>
              <a:rPr lang="en-US" sz="2400" dirty="0"/>
              <a:t> </a:t>
            </a:r>
            <a:r>
              <a:rPr lang="en-US" sz="2400" dirty="0" err="1"/>
              <a:t>köçürür</a:t>
            </a:r>
            <a:r>
              <a:rPr lang="en-US" sz="2400" dirty="0"/>
              <a:t>, </a:t>
            </a:r>
            <a:r>
              <a:rPr lang="en-US" sz="2400" dirty="0" err="1"/>
              <a:t>hələ</a:t>
            </a:r>
            <a:r>
              <a:rPr lang="en-US" sz="2400" dirty="0"/>
              <a:t> ki, </a:t>
            </a:r>
            <a:r>
              <a:rPr lang="en-US" sz="2400" dirty="0" err="1"/>
              <a:t>ortada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domen</a:t>
            </a:r>
            <a:r>
              <a:rPr lang="en-US" sz="2400" dirty="0"/>
              <a:t> </a:t>
            </a:r>
            <a:r>
              <a:rPr lang="en-US" sz="2400" dirty="0" err="1"/>
              <a:t>mühiti</a:t>
            </a:r>
            <a:r>
              <a:rPr lang="en-US" sz="2400" dirty="0"/>
              <a:t> </a:t>
            </a:r>
            <a:r>
              <a:rPr lang="en-US" sz="2400" dirty="0" err="1"/>
              <a:t>yoxdur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02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40F0C7-2E31-A225-EEA9-871746F5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20" y="204537"/>
            <a:ext cx="5505623" cy="3874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212FFF-1881-834D-6B85-4F32F68EE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86" y="2286000"/>
            <a:ext cx="6075015" cy="430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A23AF-CB56-2F20-0BDB-083645BFB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67" y="339922"/>
            <a:ext cx="5589502" cy="3936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191468-6BCB-FC29-B173-6B63D927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433" y="2522290"/>
            <a:ext cx="5532387" cy="395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2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C0D38E-7017-59A2-67D3-5F1006E78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78" y="326233"/>
            <a:ext cx="5410898" cy="3836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DB20D4-2F3F-B6E2-E855-CBC2E63F8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38" y="2208485"/>
            <a:ext cx="6071184" cy="437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0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BA58-B22D-7DE4-B1BD-808334B5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Serverin</a:t>
            </a:r>
            <a:r>
              <a:rPr lang="en-US" b="1" dirty="0">
                <a:solidFill>
                  <a:srgbClr val="FF0000"/>
                </a:solidFill>
              </a:rPr>
              <a:t> Domain Controller </a:t>
            </a:r>
            <a:r>
              <a:rPr lang="en-US" b="1" dirty="0" err="1">
                <a:solidFill>
                  <a:srgbClr val="FF0000"/>
                </a:solidFill>
              </a:rPr>
              <a:t>Statusuna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Qaldırılması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FA43-61B3-8324-FE16-EF1EE388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1" y="1518068"/>
            <a:ext cx="12107779" cy="53399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 err="1"/>
              <a:t>Burada</a:t>
            </a:r>
            <a:r>
              <a:rPr lang="en-US" sz="1600" dirty="0"/>
              <a:t> biz </a:t>
            </a:r>
            <a:r>
              <a:rPr lang="en-US" sz="1600" dirty="0" err="1"/>
              <a:t>sıfırdan</a:t>
            </a:r>
            <a:r>
              <a:rPr lang="en-US" sz="1600" dirty="0"/>
              <a:t> yeni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şəbəkə</a:t>
            </a:r>
            <a:r>
              <a:rPr lang="en-US" sz="1600" dirty="0"/>
              <a:t> </a:t>
            </a:r>
            <a:r>
              <a:rPr lang="en-US" sz="1600" dirty="0" err="1"/>
              <a:t>mühiti</a:t>
            </a:r>
            <a:r>
              <a:rPr lang="en-US" sz="1600" dirty="0"/>
              <a:t> </a:t>
            </a:r>
            <a:r>
              <a:rPr lang="en-US" sz="1600" dirty="0" err="1"/>
              <a:t>yaradırıq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1. </a:t>
            </a:r>
            <a:r>
              <a:rPr lang="en-US" sz="1600" dirty="0" err="1"/>
              <a:t>Yükləmə</a:t>
            </a:r>
            <a:r>
              <a:rPr lang="en-US" sz="1600" dirty="0"/>
              <a:t> (Installation) </a:t>
            </a:r>
            <a:r>
              <a:rPr lang="en-US" sz="1600" dirty="0" err="1"/>
              <a:t>bitdikdən</a:t>
            </a:r>
            <a:r>
              <a:rPr lang="en-US" sz="1600" dirty="0"/>
              <a:t> </a:t>
            </a:r>
            <a:r>
              <a:rPr lang="en-US" sz="1600" dirty="0" err="1"/>
              <a:t>sonra</a:t>
            </a:r>
            <a:r>
              <a:rPr lang="en-US" sz="1600" dirty="0"/>
              <a:t> Server Manager-in </a:t>
            </a:r>
            <a:r>
              <a:rPr lang="en-US" sz="1600" dirty="0" err="1"/>
              <a:t>sağ</a:t>
            </a:r>
            <a:r>
              <a:rPr lang="en-US" sz="1600" dirty="0"/>
              <a:t> </a:t>
            </a:r>
            <a:r>
              <a:rPr lang="en-US" sz="1600" dirty="0" err="1"/>
              <a:t>yuxarı</a:t>
            </a:r>
            <a:r>
              <a:rPr lang="en-US" sz="1600" dirty="0"/>
              <a:t> </a:t>
            </a:r>
            <a:r>
              <a:rPr lang="en-US" sz="1600" dirty="0" err="1"/>
              <a:t>küncündə</a:t>
            </a:r>
            <a:r>
              <a:rPr lang="en-US" sz="1600" dirty="0"/>
              <a:t> </a:t>
            </a:r>
            <a:r>
              <a:rPr lang="en-US" sz="1600" dirty="0" err="1"/>
              <a:t>sarı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Xəbərdarlıq</a:t>
            </a:r>
            <a:r>
              <a:rPr lang="en-US" sz="1600" dirty="0"/>
              <a:t> </a:t>
            </a:r>
            <a:r>
              <a:rPr lang="en-US" sz="1600" dirty="0" err="1"/>
              <a:t>Bayrağı</a:t>
            </a:r>
            <a:r>
              <a:rPr lang="en-US" sz="1600" dirty="0"/>
              <a:t> (Notification) </a:t>
            </a:r>
            <a:r>
              <a:rPr lang="en-US" sz="1600" dirty="0" err="1"/>
              <a:t>görəcəksən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2. </a:t>
            </a:r>
            <a:r>
              <a:rPr lang="en-US" sz="1600" dirty="0"/>
              <a:t>O </a:t>
            </a:r>
            <a:r>
              <a:rPr lang="en-US" sz="1600" dirty="0" err="1"/>
              <a:t>bayrağa</a:t>
            </a:r>
            <a:r>
              <a:rPr lang="en-US" sz="1600" dirty="0"/>
              <a:t> </a:t>
            </a:r>
            <a:r>
              <a:rPr lang="en-US" sz="1600" dirty="0" err="1"/>
              <a:t>kliklə</a:t>
            </a:r>
            <a:r>
              <a:rPr lang="en-US" sz="1600" dirty="0"/>
              <a:t> </a:t>
            </a:r>
            <a:r>
              <a:rPr lang="en-US" sz="1600" dirty="0" err="1"/>
              <a:t>və</a:t>
            </a:r>
            <a:r>
              <a:rPr lang="en-US" sz="1600" dirty="0"/>
              <a:t> Promote this server to a domain controller </a:t>
            </a:r>
            <a:r>
              <a:rPr lang="en-US" sz="1600" dirty="0" err="1"/>
              <a:t>linkinə</a:t>
            </a:r>
            <a:r>
              <a:rPr lang="en-US" sz="1600" dirty="0"/>
              <a:t> </a:t>
            </a:r>
            <a:r>
              <a:rPr lang="en-US" sz="1600" dirty="0" err="1"/>
              <a:t>daxil</a:t>
            </a:r>
            <a:r>
              <a:rPr lang="en-US" sz="1600" dirty="0"/>
              <a:t> </a:t>
            </a:r>
            <a:r>
              <a:rPr lang="en-US" sz="1600" dirty="0" err="1"/>
              <a:t>ol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3. </a:t>
            </a:r>
            <a:r>
              <a:rPr lang="en-US" sz="1600" dirty="0"/>
              <a:t>Deployment Configuration (</a:t>
            </a:r>
            <a:r>
              <a:rPr lang="en-US" sz="1600" dirty="0" err="1"/>
              <a:t>Konfiqurasiya</a:t>
            </a:r>
            <a:r>
              <a:rPr lang="en-US" sz="1600" dirty="0"/>
              <a:t>):</a:t>
            </a:r>
          </a:p>
          <a:p>
            <a:r>
              <a:rPr lang="en-US" sz="1600" dirty="0" err="1"/>
              <a:t>Qarşına</a:t>
            </a:r>
            <a:r>
              <a:rPr lang="en-US" sz="1600" dirty="0"/>
              <a:t> 3 </a:t>
            </a:r>
            <a:r>
              <a:rPr lang="en-US" sz="1600" dirty="0" err="1"/>
              <a:t>seçim</a:t>
            </a:r>
            <a:r>
              <a:rPr lang="en-US" sz="1600" dirty="0"/>
              <a:t> </a:t>
            </a:r>
            <a:r>
              <a:rPr lang="en-US" sz="1600" dirty="0" err="1"/>
              <a:t>çıxacaq</a:t>
            </a:r>
            <a:r>
              <a:rPr lang="en-US" sz="1600" dirty="0"/>
              <a:t>. </a:t>
            </a:r>
            <a:r>
              <a:rPr lang="en-US" sz="1600" dirty="0" err="1"/>
              <a:t>Sən</a:t>
            </a:r>
            <a:r>
              <a:rPr lang="en-US" sz="1600" dirty="0"/>
              <a:t> </a:t>
            </a:r>
            <a:r>
              <a:rPr lang="en-US" sz="1600" dirty="0" err="1"/>
              <a:t>sıfırdan</a:t>
            </a:r>
            <a:r>
              <a:rPr lang="en-US" sz="1600" dirty="0"/>
              <a:t> yeni </a:t>
            </a:r>
            <a:r>
              <a:rPr lang="en-US" sz="1600" dirty="0" err="1"/>
              <a:t>mühit</a:t>
            </a:r>
            <a:r>
              <a:rPr lang="en-US" sz="1600" dirty="0"/>
              <a:t> </a:t>
            </a:r>
            <a:r>
              <a:rPr lang="en-US" sz="1600" dirty="0" err="1"/>
              <a:t>qurduğun</a:t>
            </a:r>
            <a:r>
              <a:rPr lang="en-US" sz="1600" dirty="0"/>
              <a:t> </a:t>
            </a:r>
            <a:r>
              <a:rPr lang="en-US" sz="1600" dirty="0" err="1"/>
              <a:t>üçün</a:t>
            </a:r>
            <a:r>
              <a:rPr lang="en-US" sz="1600" dirty="0"/>
              <a:t> 3-cü </a:t>
            </a:r>
            <a:r>
              <a:rPr lang="en-US" sz="1600" dirty="0" err="1"/>
              <a:t>seçimi</a:t>
            </a:r>
            <a:r>
              <a:rPr lang="en-US" sz="1600" dirty="0"/>
              <a:t> — Add a new forest (Yeni </a:t>
            </a:r>
            <a:r>
              <a:rPr lang="en-US" sz="1600" dirty="0" err="1"/>
              <a:t>meşə</a:t>
            </a:r>
            <a:r>
              <a:rPr lang="en-US" sz="1600" dirty="0"/>
              <a:t> </a:t>
            </a:r>
            <a:r>
              <a:rPr lang="en-US" sz="1600" dirty="0" err="1"/>
              <a:t>əlavə</a:t>
            </a:r>
            <a:r>
              <a:rPr lang="en-US" sz="1600" dirty="0"/>
              <a:t> et) </a:t>
            </a:r>
            <a:r>
              <a:rPr lang="en-US" sz="1600" dirty="0" err="1"/>
              <a:t>bəndini</a:t>
            </a:r>
            <a:r>
              <a:rPr lang="en-US" sz="1600" dirty="0"/>
              <a:t> </a:t>
            </a:r>
            <a:r>
              <a:rPr lang="en-US" sz="1600" dirty="0" err="1"/>
              <a:t>seçməlisən</a:t>
            </a:r>
            <a:r>
              <a:rPr lang="en-US" sz="1600" dirty="0"/>
              <a:t>.</a:t>
            </a:r>
          </a:p>
          <a:p>
            <a:r>
              <a:rPr lang="en-US" sz="1600" dirty="0"/>
              <a:t>Root domain name </a:t>
            </a:r>
            <a:r>
              <a:rPr lang="en-US" sz="1600" dirty="0" err="1"/>
              <a:t>hissəsinə</a:t>
            </a:r>
            <a:r>
              <a:rPr lang="en-US" sz="1600" dirty="0"/>
              <a:t> </a:t>
            </a:r>
            <a:r>
              <a:rPr lang="en-US" sz="1600" dirty="0" err="1"/>
              <a:t>sənədində</a:t>
            </a:r>
            <a:r>
              <a:rPr lang="en-US" sz="1600" dirty="0"/>
              <a:t> </a:t>
            </a:r>
            <a:r>
              <a:rPr lang="en-US" sz="1600" dirty="0" err="1"/>
              <a:t>qeyd</a:t>
            </a:r>
            <a:r>
              <a:rPr lang="en-US" sz="1600" dirty="0"/>
              <a:t> </a:t>
            </a:r>
            <a:r>
              <a:rPr lang="en-US" sz="1600" dirty="0" err="1"/>
              <a:t>olunan</a:t>
            </a:r>
            <a:r>
              <a:rPr lang="en-US" sz="1600" dirty="0"/>
              <a:t> </a:t>
            </a:r>
            <a:r>
              <a:rPr lang="en-US" sz="1600" dirty="0" err="1"/>
              <a:t>tapşırığı</a:t>
            </a:r>
            <a:r>
              <a:rPr lang="en-US" sz="1600" dirty="0"/>
              <a:t> verbatim </a:t>
            </a:r>
            <a:r>
              <a:rPr lang="en-US" sz="1600" dirty="0" err="1"/>
              <a:t>yaz</a:t>
            </a:r>
            <a:r>
              <a:rPr lang="en-US" sz="1600" dirty="0"/>
              <a:t>: </a:t>
            </a:r>
            <a:r>
              <a:rPr lang="en-US" sz="1600" dirty="0" err="1"/>
              <a:t>corp.local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4. </a:t>
            </a:r>
            <a:r>
              <a:rPr lang="en-US" sz="1600" dirty="0"/>
              <a:t>Domain Controller Options:</a:t>
            </a:r>
          </a:p>
          <a:p>
            <a:r>
              <a:rPr lang="en-US" sz="1600" dirty="0"/>
              <a:t>Functional Level </a:t>
            </a:r>
            <a:r>
              <a:rPr lang="en-US" sz="1600" dirty="0" err="1"/>
              <a:t>hissələrini</a:t>
            </a:r>
            <a:r>
              <a:rPr lang="en-US" sz="1600" dirty="0"/>
              <a:t> </a:t>
            </a:r>
            <a:r>
              <a:rPr lang="en-US" sz="1600" dirty="0" err="1"/>
              <a:t>olduğu</a:t>
            </a:r>
            <a:r>
              <a:rPr lang="en-US" sz="1600" dirty="0"/>
              <a:t> </a:t>
            </a:r>
            <a:r>
              <a:rPr lang="en-US" sz="1600" dirty="0" err="1"/>
              <a:t>kimi</a:t>
            </a:r>
            <a:r>
              <a:rPr lang="en-US" sz="1600" dirty="0"/>
              <a:t> (Windows Server 2016 </a:t>
            </a:r>
            <a:r>
              <a:rPr lang="en-US" sz="1600" dirty="0" err="1"/>
              <a:t>və</a:t>
            </a:r>
            <a:r>
              <a:rPr lang="en-US" sz="1600" dirty="0"/>
              <a:t>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dirty="0" err="1"/>
              <a:t>hansı</a:t>
            </a:r>
            <a:r>
              <a:rPr lang="en-US" sz="1600" dirty="0"/>
              <a:t> </a:t>
            </a:r>
            <a:r>
              <a:rPr lang="en-US" sz="1600" dirty="0" err="1"/>
              <a:t>versiyadırsa</a:t>
            </a:r>
            <a:r>
              <a:rPr lang="en-US" sz="1600" dirty="0"/>
              <a:t>) </a:t>
            </a:r>
            <a:r>
              <a:rPr lang="en-US" sz="1600" dirty="0" err="1"/>
              <a:t>saxla</a:t>
            </a:r>
            <a:r>
              <a:rPr lang="en-US" sz="1600" dirty="0"/>
              <a:t>.</a:t>
            </a:r>
          </a:p>
          <a:p>
            <a:r>
              <a:rPr lang="en-US" sz="1600" dirty="0"/>
              <a:t>DSRM (Directory Services Restore Mode) password: Bura </a:t>
            </a:r>
            <a:r>
              <a:rPr lang="en-US" sz="1600" dirty="0" err="1"/>
              <a:t>unutmayacağan</a:t>
            </a:r>
            <a:r>
              <a:rPr lang="en-US" sz="1600" dirty="0"/>
              <a:t> </a:t>
            </a:r>
            <a:r>
              <a:rPr lang="en-US" sz="1600" dirty="0" err="1"/>
              <a:t>güclü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şifrə</a:t>
            </a:r>
            <a:r>
              <a:rPr lang="en-US" sz="1600" dirty="0"/>
              <a:t> </a:t>
            </a:r>
            <a:r>
              <a:rPr lang="en-US" sz="1600" dirty="0" err="1"/>
              <a:t>yaz</a:t>
            </a:r>
            <a:r>
              <a:rPr lang="en-US" sz="1600" dirty="0"/>
              <a:t>. AD </a:t>
            </a:r>
            <a:r>
              <a:rPr lang="en-US" sz="1600" dirty="0" err="1"/>
              <a:t>çökərsə</a:t>
            </a:r>
            <a:r>
              <a:rPr lang="en-US" sz="1600" dirty="0"/>
              <a:t>, </a:t>
            </a:r>
            <a:r>
              <a:rPr lang="en-US" sz="1600" dirty="0" err="1"/>
              <a:t>sistemin</a:t>
            </a:r>
            <a:r>
              <a:rPr lang="en-US" sz="1600" dirty="0"/>
              <a:t> </a:t>
            </a:r>
            <a:r>
              <a:rPr lang="en-US" sz="1600" dirty="0" err="1"/>
              <a:t>bərpası</a:t>
            </a:r>
            <a:r>
              <a:rPr lang="en-US" sz="1600" dirty="0"/>
              <a:t> </a:t>
            </a:r>
            <a:r>
              <a:rPr lang="en-US" sz="1600" dirty="0" err="1"/>
              <a:t>üçün</a:t>
            </a:r>
            <a:r>
              <a:rPr lang="en-US" sz="1600" dirty="0"/>
              <a:t> </a:t>
            </a:r>
            <a:r>
              <a:rPr lang="en-US" sz="1600" dirty="0" err="1"/>
              <a:t>bu</a:t>
            </a:r>
            <a:r>
              <a:rPr lang="en-US" sz="1600" dirty="0"/>
              <a:t> </a:t>
            </a:r>
            <a:r>
              <a:rPr lang="en-US" sz="1600" dirty="0" err="1"/>
              <a:t>şifrə</a:t>
            </a:r>
            <a:r>
              <a:rPr lang="en-US" sz="1600" dirty="0"/>
              <a:t> </a:t>
            </a:r>
            <a:r>
              <a:rPr lang="en-US" sz="1600" dirty="0" err="1"/>
              <a:t>sənə</a:t>
            </a:r>
            <a:r>
              <a:rPr lang="en-US" sz="1600" dirty="0"/>
              <a:t> </a:t>
            </a:r>
            <a:r>
              <a:rPr lang="en-US" sz="1600" dirty="0" err="1"/>
              <a:t>lazım</a:t>
            </a:r>
            <a:r>
              <a:rPr lang="en-US" sz="1600" dirty="0"/>
              <a:t> </a:t>
            </a:r>
            <a:r>
              <a:rPr lang="en-US" sz="1600" dirty="0" err="1"/>
              <a:t>olacaq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5. </a:t>
            </a:r>
            <a:r>
              <a:rPr lang="en-US" sz="1600" dirty="0"/>
              <a:t>DNS Options: "A delegation for this DNS server cannot be created" </a:t>
            </a:r>
            <a:r>
              <a:rPr lang="en-US" sz="1600" dirty="0" err="1"/>
              <a:t>xəbərdarlığı</a:t>
            </a:r>
            <a:r>
              <a:rPr lang="en-US" sz="1600" dirty="0"/>
              <a:t> </a:t>
            </a:r>
            <a:r>
              <a:rPr lang="en-US" sz="1600" dirty="0" err="1"/>
              <a:t>görəcəksən</a:t>
            </a:r>
            <a:r>
              <a:rPr lang="en-US" sz="1600" dirty="0"/>
              <a:t>. Bu </a:t>
            </a:r>
            <a:r>
              <a:rPr lang="en-US" sz="1600" dirty="0" err="1"/>
              <a:t>tamamilə</a:t>
            </a:r>
            <a:r>
              <a:rPr lang="en-US" sz="1600" dirty="0"/>
              <a:t> </a:t>
            </a:r>
            <a:r>
              <a:rPr lang="en-US" sz="1600" dirty="0" err="1"/>
              <a:t>normaldır</a:t>
            </a:r>
            <a:r>
              <a:rPr lang="en-US" sz="1600" dirty="0"/>
              <a:t>, </a:t>
            </a:r>
            <a:r>
              <a:rPr lang="en-US" sz="1600" dirty="0" err="1"/>
              <a:t>çünki</a:t>
            </a:r>
            <a:r>
              <a:rPr lang="en-US" sz="1600" dirty="0"/>
              <a:t> </a:t>
            </a:r>
            <a:r>
              <a:rPr lang="en-US" sz="1600" dirty="0" err="1"/>
              <a:t>üst</a:t>
            </a:r>
            <a:r>
              <a:rPr lang="en-US" sz="1600" dirty="0"/>
              <a:t> </a:t>
            </a:r>
            <a:r>
              <a:rPr lang="en-US" sz="1600" dirty="0" err="1"/>
              <a:t>zonada</a:t>
            </a:r>
            <a:r>
              <a:rPr lang="en-US" sz="1600" dirty="0"/>
              <a:t> </a:t>
            </a:r>
            <a:r>
              <a:rPr lang="en-US" sz="1600" dirty="0" err="1"/>
              <a:t>hələ</a:t>
            </a:r>
            <a:r>
              <a:rPr lang="en-US" sz="1600" dirty="0"/>
              <a:t> </a:t>
            </a:r>
            <a:r>
              <a:rPr lang="en-US" sz="1600" dirty="0" err="1"/>
              <a:t>belə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DNS </a:t>
            </a:r>
            <a:r>
              <a:rPr lang="en-US" sz="1600" dirty="0" err="1"/>
              <a:t>yoxdur</a:t>
            </a:r>
            <a:r>
              <a:rPr lang="en-US" sz="1600" dirty="0"/>
              <a:t>. Next </a:t>
            </a:r>
            <a:r>
              <a:rPr lang="en-US" sz="1600" dirty="0" err="1"/>
              <a:t>edib</a:t>
            </a:r>
            <a:r>
              <a:rPr lang="en-US" sz="1600" dirty="0"/>
              <a:t> </a:t>
            </a:r>
            <a:r>
              <a:rPr lang="en-US" sz="1600" dirty="0" err="1"/>
              <a:t>keç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az-Latn-AZ" sz="1600" dirty="0"/>
              <a:t>6. </a:t>
            </a:r>
            <a:r>
              <a:rPr lang="en-US" sz="1600" dirty="0"/>
              <a:t>Additional Options: NetBIOS domain name </a:t>
            </a:r>
            <a:r>
              <a:rPr lang="en-US" sz="1600" dirty="0" err="1"/>
              <a:t>hissəsi</a:t>
            </a:r>
            <a:r>
              <a:rPr lang="en-US" sz="1600" dirty="0"/>
              <a:t> </a:t>
            </a:r>
            <a:r>
              <a:rPr lang="en-US" sz="1600" dirty="0" err="1"/>
              <a:t>avtomatik</a:t>
            </a:r>
            <a:r>
              <a:rPr lang="en-US" sz="1600" dirty="0"/>
              <a:t> </a:t>
            </a:r>
            <a:r>
              <a:rPr lang="en-US" sz="1600" dirty="0" err="1"/>
              <a:t>olaraq</a:t>
            </a:r>
            <a:r>
              <a:rPr lang="en-US" sz="1600" dirty="0"/>
              <a:t> </a:t>
            </a:r>
            <a:r>
              <a:rPr lang="en-US" sz="1600" dirty="0" err="1"/>
              <a:t>böyük</a:t>
            </a:r>
            <a:r>
              <a:rPr lang="en-US" sz="1600" dirty="0"/>
              <a:t> </a:t>
            </a:r>
            <a:r>
              <a:rPr lang="en-US" sz="1600" dirty="0" err="1"/>
              <a:t>hərflərlə</a:t>
            </a:r>
            <a:r>
              <a:rPr lang="en-US" sz="1600" dirty="0"/>
              <a:t> CORP </a:t>
            </a:r>
            <a:r>
              <a:rPr lang="en-US" sz="1600" dirty="0" err="1"/>
              <a:t>yazılacaq</a:t>
            </a:r>
            <a:r>
              <a:rPr lang="en-US" sz="1600" dirty="0"/>
              <a:t>. </a:t>
            </a:r>
            <a:r>
              <a:rPr lang="en-US" sz="1600" dirty="0" err="1"/>
              <a:t>Toxunma</a:t>
            </a:r>
            <a:r>
              <a:rPr lang="en-US" sz="1600" dirty="0"/>
              <a:t>, Next et.</a:t>
            </a:r>
          </a:p>
          <a:p>
            <a:pPr marL="0" indent="0">
              <a:buNone/>
            </a:pPr>
            <a:r>
              <a:rPr lang="az-Latn-AZ" sz="1600" dirty="0"/>
              <a:t>7. </a:t>
            </a:r>
            <a:r>
              <a:rPr lang="en-US" sz="1600" dirty="0"/>
              <a:t>Paths: AD-</a:t>
            </a:r>
            <a:r>
              <a:rPr lang="en-US" sz="1600" dirty="0" err="1"/>
              <a:t>nin</a:t>
            </a:r>
            <a:r>
              <a:rPr lang="en-US" sz="1600" dirty="0"/>
              <a:t> </a:t>
            </a:r>
            <a:r>
              <a:rPr lang="en-US" sz="1600" dirty="0" err="1"/>
              <a:t>verilənlər</a:t>
            </a:r>
            <a:r>
              <a:rPr lang="en-US" sz="1600" dirty="0"/>
              <a:t> </a:t>
            </a:r>
            <a:r>
              <a:rPr lang="en-US" sz="1600" dirty="0" err="1"/>
              <a:t>bazası</a:t>
            </a:r>
            <a:r>
              <a:rPr lang="en-US" sz="1600" dirty="0"/>
              <a:t> (NTDS), </a:t>
            </a:r>
            <a:r>
              <a:rPr lang="en-US" sz="1600" dirty="0" err="1"/>
              <a:t>logları</a:t>
            </a:r>
            <a:r>
              <a:rPr lang="en-US" sz="1600" dirty="0"/>
              <a:t> </a:t>
            </a:r>
            <a:r>
              <a:rPr lang="en-US" sz="1600" dirty="0" err="1"/>
              <a:t>və</a:t>
            </a:r>
            <a:r>
              <a:rPr lang="en-US" sz="1600" dirty="0"/>
              <a:t> SYSVOL </a:t>
            </a:r>
            <a:r>
              <a:rPr lang="en-US" sz="1600" dirty="0" err="1"/>
              <a:t>qovluğunun</a:t>
            </a:r>
            <a:r>
              <a:rPr lang="en-US" sz="1600" dirty="0"/>
              <a:t> </a:t>
            </a:r>
            <a:r>
              <a:rPr lang="en-US" sz="1600" dirty="0" err="1"/>
              <a:t>yerləşəcəyi</a:t>
            </a:r>
            <a:r>
              <a:rPr lang="en-US" sz="1600" dirty="0"/>
              <a:t> </a:t>
            </a:r>
            <a:r>
              <a:rPr lang="en-US" sz="1600" dirty="0" err="1"/>
              <a:t>ünvanları</a:t>
            </a:r>
            <a:r>
              <a:rPr lang="en-US" sz="1600" dirty="0"/>
              <a:t> </a:t>
            </a:r>
            <a:r>
              <a:rPr lang="en-US" sz="1600" dirty="0" err="1"/>
              <a:t>göstərir</a:t>
            </a:r>
            <a:r>
              <a:rPr lang="en-US" sz="1600" dirty="0"/>
              <a:t>. </a:t>
            </a:r>
            <a:r>
              <a:rPr lang="en-US" sz="1600" dirty="0" err="1"/>
              <a:t>Olduğu</a:t>
            </a:r>
            <a:r>
              <a:rPr lang="en-US" sz="1600" dirty="0"/>
              <a:t> </a:t>
            </a:r>
            <a:r>
              <a:rPr lang="en-US" sz="1600" dirty="0" err="1"/>
              <a:t>kimi</a:t>
            </a:r>
            <a:r>
              <a:rPr lang="en-US" sz="1600" dirty="0"/>
              <a:t> </a:t>
            </a:r>
            <a:r>
              <a:rPr lang="en-US" sz="1600" dirty="0" err="1"/>
              <a:t>saxla</a:t>
            </a:r>
            <a:r>
              <a:rPr lang="en-US" sz="1600" dirty="0"/>
              <a:t>, Next et.</a:t>
            </a:r>
          </a:p>
          <a:p>
            <a:pPr marL="0" indent="0">
              <a:buNone/>
            </a:pPr>
            <a:r>
              <a:rPr lang="az-Latn-AZ" sz="1600" dirty="0"/>
              <a:t>8. </a:t>
            </a:r>
            <a:r>
              <a:rPr lang="en-US" sz="1600" dirty="0"/>
              <a:t>Prerequisites Check: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yoxlanış</a:t>
            </a:r>
            <a:r>
              <a:rPr lang="en-US" sz="1600" dirty="0"/>
              <a:t> </a:t>
            </a:r>
            <a:r>
              <a:rPr lang="en-US" sz="1600" dirty="0" err="1"/>
              <a:t>aparacaq</a:t>
            </a:r>
            <a:r>
              <a:rPr lang="en-US" sz="1600" dirty="0"/>
              <a:t>. </a:t>
            </a:r>
            <a:r>
              <a:rPr lang="en-US" sz="1600" dirty="0" err="1"/>
              <a:t>Yaşıl</a:t>
            </a:r>
            <a:r>
              <a:rPr lang="en-US" sz="1600" dirty="0"/>
              <a:t> </a:t>
            </a:r>
            <a:r>
              <a:rPr lang="en-US" sz="1600" dirty="0" err="1"/>
              <a:t>quş</a:t>
            </a:r>
            <a:r>
              <a:rPr lang="en-US" sz="1600" dirty="0"/>
              <a:t> </a:t>
            </a:r>
            <a:r>
              <a:rPr lang="en-US" sz="1600" dirty="0" err="1"/>
              <a:t>işarəsi</a:t>
            </a:r>
            <a:r>
              <a:rPr lang="en-US" sz="1600" dirty="0"/>
              <a:t> (All prerequisite checks passed successfully) </a:t>
            </a:r>
            <a:r>
              <a:rPr lang="en-US" sz="1600" dirty="0" err="1"/>
              <a:t>gördükdən</a:t>
            </a:r>
            <a:r>
              <a:rPr lang="en-US" sz="1600" dirty="0"/>
              <a:t> </a:t>
            </a:r>
            <a:r>
              <a:rPr lang="en-US" sz="1600" dirty="0" err="1"/>
              <a:t>sonra</a:t>
            </a:r>
            <a:r>
              <a:rPr lang="en-US" sz="1600" dirty="0"/>
              <a:t> Install </a:t>
            </a:r>
            <a:r>
              <a:rPr lang="en-US" sz="1600" dirty="0" err="1"/>
              <a:t>düyməsini</a:t>
            </a:r>
            <a:r>
              <a:rPr lang="en-US" sz="1600" dirty="0"/>
              <a:t> </a:t>
            </a:r>
            <a:r>
              <a:rPr lang="en-US" sz="1600" dirty="0" err="1"/>
              <a:t>sıx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Server </a:t>
            </a:r>
            <a:r>
              <a:rPr lang="en-US" sz="1600" dirty="0" err="1"/>
              <a:t>avtomatik</a:t>
            </a:r>
            <a:r>
              <a:rPr lang="en-US" sz="1600" dirty="0"/>
              <a:t> restart </a:t>
            </a:r>
            <a:r>
              <a:rPr lang="en-US" sz="1600" dirty="0" err="1"/>
              <a:t>olunacaq</a:t>
            </a:r>
            <a:r>
              <a:rPr lang="en-US" sz="1600" dirty="0"/>
              <a:t>. Restart-dan </a:t>
            </a:r>
            <a:r>
              <a:rPr lang="en-US" sz="1600" dirty="0" err="1"/>
              <a:t>sonra</a:t>
            </a:r>
            <a:r>
              <a:rPr lang="en-US" sz="1600" dirty="0"/>
              <a:t> </a:t>
            </a:r>
            <a:r>
              <a:rPr lang="en-US" sz="1600" dirty="0" err="1"/>
              <a:t>artıq</a:t>
            </a:r>
            <a:r>
              <a:rPr lang="en-US" sz="1600" dirty="0"/>
              <a:t> </a:t>
            </a:r>
            <a:r>
              <a:rPr lang="en-US" sz="1600" dirty="0" err="1"/>
              <a:t>adi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kompüter</a:t>
            </a:r>
            <a:r>
              <a:rPr lang="en-US" sz="1600" dirty="0"/>
              <a:t> </a:t>
            </a:r>
            <a:r>
              <a:rPr lang="en-US" sz="1600" dirty="0" err="1"/>
              <a:t>kimi</a:t>
            </a:r>
            <a:r>
              <a:rPr lang="en-US" sz="1600" dirty="0"/>
              <a:t> </a:t>
            </a:r>
            <a:r>
              <a:rPr lang="en-US" sz="1600" dirty="0" err="1"/>
              <a:t>yox</a:t>
            </a:r>
            <a:r>
              <a:rPr lang="en-US" sz="1600" dirty="0"/>
              <a:t>, </a:t>
            </a:r>
            <a:r>
              <a:rPr lang="en-US" sz="1600" dirty="0" err="1"/>
              <a:t>domen</a:t>
            </a:r>
            <a:r>
              <a:rPr lang="en-US" sz="1600" dirty="0"/>
              <a:t> </a:t>
            </a:r>
            <a:r>
              <a:rPr lang="en-US" sz="1600" dirty="0" err="1"/>
              <a:t>administratoru</a:t>
            </a:r>
            <a:r>
              <a:rPr lang="en-US" sz="1600" dirty="0"/>
              <a:t> </a:t>
            </a:r>
            <a:r>
              <a:rPr lang="en-US" sz="1600" dirty="0" err="1"/>
              <a:t>olaraq</a:t>
            </a:r>
            <a:r>
              <a:rPr lang="en-US" sz="1600" dirty="0"/>
              <a:t> </a:t>
            </a:r>
            <a:r>
              <a:rPr lang="en-US" sz="1600" dirty="0" err="1"/>
              <a:t>daxil</a:t>
            </a:r>
            <a:r>
              <a:rPr lang="en-US" sz="1600" dirty="0"/>
              <a:t> </a:t>
            </a:r>
            <a:r>
              <a:rPr lang="en-US" sz="1600" dirty="0" err="1"/>
              <a:t>olacaqsan</a:t>
            </a:r>
            <a:r>
              <a:rPr lang="en-US" sz="1600" dirty="0"/>
              <a:t> (</a:t>
            </a:r>
            <a:r>
              <a:rPr lang="en-US" sz="1600" dirty="0" err="1"/>
              <a:t>Ekranda</a:t>
            </a:r>
            <a:r>
              <a:rPr lang="en-US" sz="1600" dirty="0"/>
              <a:t> CORP\Administrator </a:t>
            </a:r>
            <a:r>
              <a:rPr lang="en-US" sz="1600" dirty="0" err="1"/>
              <a:t>yazısını</a:t>
            </a:r>
            <a:r>
              <a:rPr lang="en-US" sz="1600" dirty="0"/>
              <a:t> </a:t>
            </a:r>
            <a:r>
              <a:rPr lang="en-US" sz="1600" dirty="0" err="1"/>
              <a:t>görməlisən</a:t>
            </a:r>
            <a:r>
              <a:rPr lang="en-US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6013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A307A-EAF4-1F41-6E19-FA7B8493D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06" y="353918"/>
            <a:ext cx="4429743" cy="3743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5B331E-9723-7DE6-190E-7F2BDFE8E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43" y="1562258"/>
            <a:ext cx="6897669" cy="507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7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1F573E-95C4-28CB-2736-94A331B0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58" y="335512"/>
            <a:ext cx="5407640" cy="3971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BAAAD-5B79-C163-118A-669523B61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5" y="2230043"/>
            <a:ext cx="5633507" cy="415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7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FAFEC-1AA8-0005-8E4C-D82427CAA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46" y="335512"/>
            <a:ext cx="5479748" cy="4019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35F52-F609-FB06-6654-622480D88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439" y="2435711"/>
            <a:ext cx="5509315" cy="40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4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3A482-D4AD-9218-20CC-5DE77E730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6" y="446302"/>
            <a:ext cx="5560990" cy="4077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479C8D-4ED6-045C-235C-925F1E0D1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5" t="10464" r="49644" b="46808"/>
          <a:stretch>
            <a:fillRect/>
          </a:stretch>
        </p:blipFill>
        <p:spPr>
          <a:xfrm>
            <a:off x="6096000" y="1999652"/>
            <a:ext cx="5276022" cy="43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69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B6CAC-EDBB-036F-5158-0396F929A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687" y="0"/>
            <a:ext cx="9738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8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564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Active Directory və Domain Controller </vt:lpstr>
      <vt:lpstr>Serverin İlkin Sazlanması</vt:lpstr>
      <vt:lpstr>PowerPoint Presentation</vt:lpstr>
      <vt:lpstr>PowerPoint Presentation</vt:lpstr>
      <vt:lpstr>AD DS Rolunun Yazılması</vt:lpstr>
      <vt:lpstr>PowerPoint Presentation</vt:lpstr>
      <vt:lpstr>PowerPoint Presentation</vt:lpstr>
      <vt:lpstr>PowerPoint Presentation</vt:lpstr>
      <vt:lpstr>Serverin Domain Controller Statusuna Qaldırılması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2026-06-06T22:15:29Z</dcterms:created>
  <dcterms:modified xsi:type="dcterms:W3CDTF">2026-06-06T22:35:07Z</dcterms:modified>
</cp:coreProperties>
</file>