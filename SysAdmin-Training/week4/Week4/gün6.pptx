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B49C-CBC2-C3A7-4F33-DB2E65CCA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7D415-3E93-1A56-26CF-F9830CD29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1CB72-2F5E-7665-618B-35AFE816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E0D3E-145B-AE2C-A511-77F6C539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D0AC1-8B2C-AF78-30A3-45E8353B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4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2842-C0BE-E68C-D86A-7DD82C920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BADF2-59DF-336F-10CD-D1F476388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BD89C-3F20-3B66-8B70-866DD7F9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63CBD-7A16-6BD4-65CD-4F3D04A8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06620-4775-AA28-0FF2-3454CEF1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14D6-137C-1405-8F8E-834EFE6E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3E42F-0218-831A-BCD1-6D6F9354F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6E953-2B2A-E7CD-D91B-D2F3A8085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A1505-C9F8-E042-2163-52E2B3E34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0CBA5-6426-707B-6D3B-F0811144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54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91663-F1CE-A7F5-38FD-716BF0B0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B3118-728B-9740-A98C-E6C0160C0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34319-B111-78FE-DC33-32921A7D5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C7EA1-E5BF-C41C-1EA2-203ACDAC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1D4E5-B578-11A4-32F6-E64C83BD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31E67-31DA-DEDA-235B-6C353A7B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7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37A6-A788-830C-7E39-9657F62A0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061F0-ED96-FBC2-0561-2A6ACF1B0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F3D3A-320F-45A0-EE47-840557614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6D275-0FD4-DB6B-7E0B-EC0C67782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3239D-D59D-412E-F6A1-6A8E352A4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9C9B4-F323-7741-E0BE-8E5035DA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AD85C2-F68D-6845-818C-BE0EBF2E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B1106-486F-2633-7D97-B4D1593B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8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CFD5-9EDD-D7A9-3532-3D458E06C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DE242-724B-0501-6C94-95A5C96B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DE0FA-14CF-AE5A-D664-BD36F413B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B2941-D0E9-A510-28D9-9C0798D0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6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873CAC-8C39-AFD6-1BD7-FA904794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600C4-6D0F-470E-9D67-895AFD149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64D18-113A-131F-FC05-6474F778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84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30D4-AF9C-89FB-D8AF-40FF0741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76E0E-E7E0-8F71-85C6-5DD815706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276D7-A4CD-30B8-4120-AEBD450EA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006FA-13CA-5975-4036-E30965CC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C2686-4257-418C-723A-8D642488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3D841-1B44-6F69-9D39-137CF67B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64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FFBAA-7B0E-5494-D073-6F85CCE5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EE1AC4-35D5-DF86-1FEC-A9B62C68F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50A42-0BCD-D422-BD38-5386E8DFD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8EC1D-C581-FD18-82B4-43018DF9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B5075-B53D-0157-4854-00EC25FA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770C3-D938-0CAD-7C6A-BAC0321A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08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57FFC-CC45-359C-67A4-84D289E5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6EF20-59B3-07C5-2A42-16D311F62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D5540-2515-266E-0133-F682A2A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4802E-859D-C37D-4895-6E1077E8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ACE7D-15DF-3D6E-5640-72F12613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2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BB70B-8465-BAAB-E38E-B56EC0876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9B914-189D-40DD-64D6-AC1191813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A3F1-0AF5-5CCA-A2E5-A274F70A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A3289-47FE-EFD1-ACA1-6DB208CE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FD823-64F8-93FB-808F-0BB727D3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2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99CB5-C9EA-3B68-B8C0-5120846F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82693-C0A0-B5A6-1127-AEEFE7A74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4C8A2-B6FC-92DA-8B25-19CD3C75C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5B73C-F7C9-4257-BA2E-8A7E96AF9E2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0522A-A627-1EFC-6175-4EEF1C6DF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7C021-0009-E67C-5F24-B402EA421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02615-8343-4040-9E22-3908B729D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6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876B-DD95-3EC2-DE84-E66745B3D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AD Troubleshooting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FA7DD-2677-8D5D-F0CD-EE3BD773D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4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E390-4A4F-6730-31E4-87E0F2F73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19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 err="1">
                <a:solidFill>
                  <a:srgbClr val="FF0000"/>
                </a:solidFill>
              </a:rPr>
              <a:t>Serveri</a:t>
            </a:r>
            <a:r>
              <a:rPr lang="en-US" sz="5400" b="1" dirty="0">
                <a:solidFill>
                  <a:srgbClr val="FF0000"/>
                </a:solidFill>
              </a:rPr>
              <a:t> </a:t>
            </a:r>
            <a:r>
              <a:rPr lang="en-US" sz="5400" b="1" dirty="0" err="1">
                <a:solidFill>
                  <a:srgbClr val="FF0000"/>
                </a:solidFill>
              </a:rPr>
              <a:t>Yoxla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C1031-8907-8C02-6A3D-1B20DE2FB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3192"/>
            <a:ext cx="385411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Serverdə</a:t>
            </a:r>
            <a:r>
              <a:rPr lang="en-US" dirty="0"/>
              <a:t> CMD-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əmri</a:t>
            </a:r>
            <a:r>
              <a:rPr lang="en-US" dirty="0"/>
              <a:t> </a:t>
            </a:r>
            <a:r>
              <a:rPr lang="en-US" dirty="0" err="1"/>
              <a:t>yazıb</a:t>
            </a:r>
            <a:r>
              <a:rPr lang="en-US" dirty="0"/>
              <a:t> Enter </a:t>
            </a:r>
            <a:r>
              <a:rPr lang="en-US" dirty="0" err="1"/>
              <a:t>sıx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dcdiag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Nəticə</a:t>
            </a:r>
            <a:r>
              <a:rPr lang="en-US" dirty="0"/>
              <a:t>: </a:t>
            </a:r>
            <a:r>
              <a:rPr lang="en-US" dirty="0" err="1"/>
              <a:t>Ekrandakı</a:t>
            </a:r>
            <a:r>
              <a:rPr lang="en-US" dirty="0"/>
              <a:t> </a:t>
            </a:r>
            <a:r>
              <a:rPr lang="en-US" dirty="0" err="1"/>
              <a:t>sətirlərin</a:t>
            </a:r>
            <a:r>
              <a:rPr lang="en-US" dirty="0"/>
              <a:t> </a:t>
            </a:r>
            <a:r>
              <a:rPr lang="en-US" dirty="0" err="1"/>
              <a:t>sonunda</a:t>
            </a:r>
            <a:r>
              <a:rPr lang="en-US" dirty="0"/>
              <a:t> passed </a:t>
            </a:r>
            <a:r>
              <a:rPr lang="en-US" dirty="0" err="1"/>
              <a:t>yazıldığını</a:t>
            </a:r>
            <a:r>
              <a:rPr lang="en-US" dirty="0"/>
              <a:t> </a:t>
            </a:r>
            <a:r>
              <a:rPr lang="en-US" dirty="0" err="1"/>
              <a:t>gör</a:t>
            </a:r>
            <a:r>
              <a:rPr lang="en-US" dirty="0"/>
              <a:t>. Bu, </a:t>
            </a:r>
            <a:r>
              <a:rPr lang="en-US" dirty="0" err="1"/>
              <a:t>serverində</a:t>
            </a:r>
            <a:r>
              <a:rPr lang="en-US" dirty="0"/>
              <a:t> </a:t>
            </a:r>
            <a:r>
              <a:rPr lang="en-US" dirty="0" err="1"/>
              <a:t>problemin</a:t>
            </a:r>
            <a:r>
              <a:rPr lang="en-US" dirty="0"/>
              <a:t> </a:t>
            </a:r>
            <a:r>
              <a:rPr lang="en-US" dirty="0" err="1"/>
              <a:t>olmadığını</a:t>
            </a:r>
            <a:r>
              <a:rPr lang="en-US" dirty="0"/>
              <a:t> </a:t>
            </a:r>
            <a:r>
              <a:rPr lang="en-US" dirty="0" err="1"/>
              <a:t>sübut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E242E-3BA2-F398-5F02-DDBA0C7D6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334" y="500668"/>
            <a:ext cx="6859772" cy="585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6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09F72-D3B7-EB66-1670-0786F567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>
                <a:solidFill>
                  <a:srgbClr val="FF0000"/>
                </a:solidFill>
              </a:rPr>
              <a:t>Səhv</a:t>
            </a:r>
            <a:r>
              <a:rPr lang="en-US" sz="5400" b="1" dirty="0">
                <a:solidFill>
                  <a:srgbClr val="FF0000"/>
                </a:solidFill>
              </a:rPr>
              <a:t> </a:t>
            </a:r>
            <a:r>
              <a:rPr lang="en-US" sz="5400" b="1" dirty="0" err="1">
                <a:solidFill>
                  <a:srgbClr val="FF0000"/>
                </a:solidFill>
              </a:rPr>
              <a:t>Şifrə</a:t>
            </a:r>
            <a:r>
              <a:rPr lang="en-US" sz="5400" b="1" dirty="0">
                <a:solidFill>
                  <a:srgbClr val="FF0000"/>
                </a:solidFill>
              </a:rPr>
              <a:t> </a:t>
            </a:r>
            <a:r>
              <a:rPr lang="en-US" sz="5400" b="1" dirty="0" err="1">
                <a:solidFill>
                  <a:srgbClr val="FF0000"/>
                </a:solidFill>
              </a:rPr>
              <a:t>Logunu</a:t>
            </a:r>
            <a:r>
              <a:rPr lang="en-US" sz="5400" b="1" dirty="0">
                <a:solidFill>
                  <a:srgbClr val="FF0000"/>
                </a:solidFill>
              </a:rPr>
              <a:t> Tap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60956-AC50-3C8C-18DC-80FA8174E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887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Test: Windows 11 client </a:t>
            </a:r>
            <a:r>
              <a:rPr lang="en-US" dirty="0" err="1"/>
              <a:t>maşınına</a:t>
            </a:r>
            <a:r>
              <a:rPr lang="en-US" dirty="0"/>
              <a:t> </a:t>
            </a:r>
            <a:r>
              <a:rPr lang="en-US" dirty="0" err="1"/>
              <a:t>keç</a:t>
            </a:r>
            <a:r>
              <a:rPr lang="en-US" dirty="0"/>
              <a:t>, </a:t>
            </a:r>
            <a:r>
              <a:rPr lang="en-US" dirty="0" err="1"/>
              <a:t>istifadəçi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, amma </a:t>
            </a:r>
            <a:r>
              <a:rPr lang="en-US" dirty="0" err="1"/>
              <a:t>şifrəni</a:t>
            </a:r>
            <a:r>
              <a:rPr lang="en-US" dirty="0"/>
              <a:t> </a:t>
            </a:r>
            <a:r>
              <a:rPr lang="en-US" dirty="0" err="1"/>
              <a:t>bilərəkdən</a:t>
            </a:r>
            <a:r>
              <a:rPr lang="en-US" dirty="0"/>
              <a:t> 3 </a:t>
            </a:r>
            <a:r>
              <a:rPr lang="en-US" dirty="0" err="1"/>
              <a:t>dəfə</a:t>
            </a:r>
            <a:r>
              <a:rPr lang="en-US" dirty="0"/>
              <a:t> </a:t>
            </a:r>
            <a:r>
              <a:rPr lang="en-US" dirty="0" err="1"/>
              <a:t>səhv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.</a:t>
            </a:r>
            <a:endParaRPr lang="az-Latn-AZ" dirty="0"/>
          </a:p>
          <a:p>
            <a:r>
              <a:rPr lang="en-US" dirty="0"/>
              <a:t>Logun </a:t>
            </a:r>
            <a:r>
              <a:rPr lang="en-US" dirty="0" err="1"/>
              <a:t>tapılması</a:t>
            </a:r>
            <a:r>
              <a:rPr lang="en-US" dirty="0"/>
              <a:t>: </a:t>
            </a:r>
            <a:r>
              <a:rPr lang="en-US" dirty="0" err="1"/>
              <a:t>Serverə</a:t>
            </a:r>
            <a:r>
              <a:rPr lang="en-US" dirty="0"/>
              <a:t> </a:t>
            </a:r>
            <a:r>
              <a:rPr lang="en-US" dirty="0" err="1"/>
              <a:t>qayıt</a:t>
            </a:r>
            <a:r>
              <a:rPr lang="en-US" dirty="0"/>
              <a:t>, Event Viewer </a:t>
            </a:r>
            <a:r>
              <a:rPr lang="en-US" dirty="0" err="1"/>
              <a:t>proqramını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. Windows Logs -&gt; Security </a:t>
            </a:r>
            <a:r>
              <a:rPr lang="en-US" dirty="0" err="1"/>
              <a:t>bölməsinə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.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tərəfdən</a:t>
            </a:r>
            <a:r>
              <a:rPr lang="en-US" dirty="0"/>
              <a:t> Filter Current Log... </a:t>
            </a:r>
            <a:r>
              <a:rPr lang="en-US" dirty="0" err="1"/>
              <a:t>seç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ID </a:t>
            </a:r>
            <a:r>
              <a:rPr lang="en-US" dirty="0" err="1"/>
              <a:t>hissəsinə</a:t>
            </a:r>
            <a:r>
              <a:rPr lang="en-US" dirty="0"/>
              <a:t> 4625 </a:t>
            </a:r>
            <a:r>
              <a:rPr lang="en-US" dirty="0" err="1"/>
              <a:t>yaz</a:t>
            </a:r>
            <a:r>
              <a:rPr lang="en-US" dirty="0"/>
              <a:t>.  </a:t>
            </a:r>
            <a:endParaRPr lang="az-Latn-AZ" dirty="0"/>
          </a:p>
          <a:p>
            <a:r>
              <a:rPr lang="en-US" dirty="0" err="1"/>
              <a:t>Sübut</a:t>
            </a:r>
            <a:r>
              <a:rPr lang="en-US" dirty="0"/>
              <a:t>: </a:t>
            </a:r>
            <a:r>
              <a:rPr lang="en-US" dirty="0" err="1"/>
              <a:t>Siyahıda</a:t>
            </a:r>
            <a:r>
              <a:rPr lang="en-US" dirty="0"/>
              <a:t> </a:t>
            </a:r>
            <a:r>
              <a:rPr lang="en-US" dirty="0" err="1"/>
              <a:t>çıxan</a:t>
            </a:r>
            <a:r>
              <a:rPr lang="en-US" dirty="0"/>
              <a:t> </a:t>
            </a:r>
            <a:r>
              <a:rPr lang="en-US" dirty="0" err="1"/>
              <a:t>ən</a:t>
            </a:r>
            <a:r>
              <a:rPr lang="en-US" dirty="0"/>
              <a:t> son </a:t>
            </a:r>
            <a:r>
              <a:rPr lang="en-US" dirty="0" err="1"/>
              <a:t>loqa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aşağıda</a:t>
            </a:r>
            <a:r>
              <a:rPr lang="en-US" dirty="0"/>
              <a:t> </a:t>
            </a:r>
            <a:r>
              <a:rPr lang="en-US" dirty="0" err="1"/>
              <a:t>səhv</a:t>
            </a:r>
            <a:r>
              <a:rPr lang="en-US" dirty="0"/>
              <a:t> </a:t>
            </a:r>
            <a:r>
              <a:rPr lang="en-US" dirty="0" err="1"/>
              <a:t>yazan</a:t>
            </a:r>
            <a:r>
              <a:rPr lang="en-US" dirty="0"/>
              <a:t> </a:t>
            </a:r>
            <a:r>
              <a:rPr lang="en-US" dirty="0" err="1"/>
              <a:t>istifadəçinin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gör</a:t>
            </a:r>
            <a:r>
              <a:rPr lang="en-US" dirty="0"/>
              <a:t>. Screenshot </a:t>
            </a:r>
            <a:r>
              <a:rPr lang="en-US" dirty="0" err="1"/>
              <a:t>çək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hesata</a:t>
            </a:r>
            <a:r>
              <a:rPr lang="en-US" dirty="0"/>
              <a:t> </a:t>
            </a:r>
            <a:r>
              <a:rPr lang="en-US" dirty="0" err="1"/>
              <a:t>əlavə</a:t>
            </a:r>
            <a:r>
              <a:rPr lang="en-US" dirty="0"/>
              <a:t> et.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044FE-B47A-0C33-26F3-FE983A7F2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291" y="1322472"/>
            <a:ext cx="3254509" cy="485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1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F63A4F-1728-05E5-4C01-A96BD356C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58" y="126988"/>
            <a:ext cx="11063084" cy="660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2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BA9A-6295-C47B-41AB-C2DE2CBEA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195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Problemin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Təsviri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86434-0420-9DE0-5303-5FE105844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758"/>
            <a:ext cx="10515600" cy="522170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Yaşanan</a:t>
            </a:r>
            <a:r>
              <a:rPr lang="en-US" dirty="0"/>
              <a:t> Problem: Windows 11 client </a:t>
            </a:r>
            <a:r>
              <a:rPr lang="en-US" dirty="0" err="1"/>
              <a:t>maşınında</a:t>
            </a:r>
            <a:r>
              <a:rPr lang="en-US" dirty="0"/>
              <a:t> </a:t>
            </a:r>
            <a:r>
              <a:rPr lang="en-US" dirty="0" err="1"/>
              <a:t>qəsdən</a:t>
            </a:r>
            <a:r>
              <a:rPr lang="en-US" dirty="0"/>
              <a:t> </a:t>
            </a:r>
            <a:r>
              <a:rPr lang="en-US" dirty="0" err="1"/>
              <a:t>səhv</a:t>
            </a:r>
            <a:r>
              <a:rPr lang="en-US" dirty="0"/>
              <a:t> </a:t>
            </a:r>
            <a:r>
              <a:rPr lang="en-US" dirty="0" err="1"/>
              <a:t>şifrə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edilməsinə</a:t>
            </a:r>
            <a:r>
              <a:rPr lang="en-US" dirty="0"/>
              <a:t> </a:t>
            </a:r>
            <a:r>
              <a:rPr lang="en-US" dirty="0" err="1"/>
              <a:t>baxmayaraq</a:t>
            </a:r>
            <a:r>
              <a:rPr lang="en-US" dirty="0"/>
              <a:t>, Windows Server 2022 Event Viewer (Security) </a:t>
            </a:r>
            <a:r>
              <a:rPr lang="en-US" dirty="0" err="1"/>
              <a:t>jurnalında</a:t>
            </a:r>
            <a:r>
              <a:rPr lang="en-US" dirty="0"/>
              <a:t> </a:t>
            </a:r>
            <a:r>
              <a:rPr lang="en-US" dirty="0" err="1"/>
              <a:t>uğursuz</a:t>
            </a:r>
            <a:r>
              <a:rPr lang="en-US" dirty="0"/>
              <a:t> </a:t>
            </a: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Event ID: 4625 (Audit Failure) </a:t>
            </a:r>
            <a:r>
              <a:rPr lang="en-US" dirty="0" err="1"/>
              <a:t>loqunun</a:t>
            </a:r>
            <a:r>
              <a:rPr lang="en-US" dirty="0"/>
              <a:t> </a:t>
            </a:r>
            <a:r>
              <a:rPr lang="en-US" dirty="0" err="1"/>
              <a:t>dərhal</a:t>
            </a:r>
            <a:r>
              <a:rPr lang="en-US" dirty="0"/>
              <a:t> </a:t>
            </a:r>
            <a:r>
              <a:rPr lang="en-US" dirty="0" err="1"/>
              <a:t>bərpası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görünməsi</a:t>
            </a:r>
            <a:r>
              <a:rPr lang="en-US" dirty="0"/>
              <a:t> </a:t>
            </a:r>
            <a:r>
              <a:rPr lang="en-US" dirty="0" err="1"/>
              <a:t>mümkün</a:t>
            </a:r>
            <a:r>
              <a:rPr lang="en-US" dirty="0"/>
              <a:t> </a:t>
            </a:r>
            <a:r>
              <a:rPr lang="en-US" dirty="0" err="1"/>
              <a:t>olmamışdır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ilkin</a:t>
            </a:r>
            <a:r>
              <a:rPr lang="en-US" dirty="0"/>
              <a:t> </a:t>
            </a:r>
            <a:r>
              <a:rPr lang="en-US" dirty="0" err="1"/>
              <a:t>mərhələdə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uğurlu</a:t>
            </a:r>
            <a:r>
              <a:rPr lang="en-US" dirty="0"/>
              <a:t> </a:t>
            </a:r>
            <a:r>
              <a:rPr lang="en-US" dirty="0" err="1"/>
              <a:t>daxilolma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xidmət</a:t>
            </a:r>
            <a:r>
              <a:rPr lang="en-US" dirty="0"/>
              <a:t> </a:t>
            </a:r>
            <a:r>
              <a:rPr lang="en-US" dirty="0" err="1"/>
              <a:t>loqlarını</a:t>
            </a:r>
            <a:r>
              <a:rPr lang="en-US" dirty="0"/>
              <a:t> (Event ID: 4624) </a:t>
            </a:r>
            <a:r>
              <a:rPr lang="en-US" dirty="0" err="1"/>
              <a:t>qeydə</a:t>
            </a:r>
            <a:r>
              <a:rPr lang="en-US" dirty="0"/>
              <a:t> </a:t>
            </a:r>
            <a:r>
              <a:rPr lang="en-US" dirty="0" err="1"/>
              <a:t>almışdır</a:t>
            </a:r>
            <a:r>
              <a:rPr lang="en-US" dirty="0"/>
              <a:t>.  Kök </a:t>
            </a:r>
            <a:r>
              <a:rPr lang="en-US" dirty="0" err="1"/>
              <a:t>Səbəb</a:t>
            </a:r>
            <a:r>
              <a:rPr lang="en-US" dirty="0"/>
              <a:t> </a:t>
            </a:r>
            <a:r>
              <a:rPr lang="en-US" dirty="0" err="1"/>
              <a:t>Analizi</a:t>
            </a:r>
            <a:r>
              <a:rPr lang="en-US" dirty="0"/>
              <a:t> (Root-Cause Analysis):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DNS </a:t>
            </a:r>
            <a:r>
              <a:rPr lang="en-US" dirty="0" err="1"/>
              <a:t>Çatışmazlığı</a:t>
            </a:r>
            <a:r>
              <a:rPr lang="en-US" dirty="0"/>
              <a:t>: Client </a:t>
            </a:r>
            <a:r>
              <a:rPr lang="en-US" dirty="0" err="1"/>
              <a:t>maşın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səviyyəsində</a:t>
            </a:r>
            <a:r>
              <a:rPr lang="en-US" dirty="0"/>
              <a:t> Domain Controller </a:t>
            </a:r>
            <a:r>
              <a:rPr lang="en-US" dirty="0" err="1"/>
              <a:t>ilə</a:t>
            </a:r>
            <a:r>
              <a:rPr lang="en-US" dirty="0"/>
              <a:t> tam </a:t>
            </a:r>
            <a:r>
              <a:rPr lang="en-US" dirty="0" err="1"/>
              <a:t>daxili</a:t>
            </a:r>
            <a:r>
              <a:rPr lang="en-US" dirty="0"/>
              <a:t> </a:t>
            </a:r>
            <a:r>
              <a:rPr lang="en-US" dirty="0" err="1"/>
              <a:t>rabitədə</a:t>
            </a:r>
            <a:r>
              <a:rPr lang="en-US" dirty="0"/>
              <a:t> </a:t>
            </a:r>
            <a:r>
              <a:rPr lang="en-US" dirty="0" err="1"/>
              <a:t>olmadıqda</a:t>
            </a:r>
            <a:r>
              <a:rPr lang="en-US" dirty="0"/>
              <a:t>, </a:t>
            </a:r>
            <a:r>
              <a:rPr lang="en-US" dirty="0" err="1"/>
              <a:t>daxilolma</a:t>
            </a:r>
            <a:r>
              <a:rPr lang="en-US" dirty="0"/>
              <a:t> </a:t>
            </a:r>
            <a:r>
              <a:rPr lang="en-US" dirty="0" err="1"/>
              <a:t>cəhdlərini</a:t>
            </a:r>
            <a:r>
              <a:rPr lang="en-US" dirty="0"/>
              <a:t> </a:t>
            </a:r>
            <a:r>
              <a:rPr lang="en-US" dirty="0" err="1"/>
              <a:t>yerli</a:t>
            </a:r>
            <a:r>
              <a:rPr lang="en-US" dirty="0"/>
              <a:t> </a:t>
            </a:r>
            <a:r>
              <a:rPr lang="en-US" dirty="0" err="1"/>
              <a:t>keş</a:t>
            </a:r>
            <a:r>
              <a:rPr lang="en-US" dirty="0"/>
              <a:t> </a:t>
            </a:r>
            <a:r>
              <a:rPr lang="en-US" dirty="0" err="1"/>
              <a:t>yaddaşı</a:t>
            </a:r>
            <a:r>
              <a:rPr lang="en-US" dirty="0"/>
              <a:t> (Cached Credentials) </a:t>
            </a:r>
            <a:r>
              <a:rPr lang="en-US" dirty="0" err="1"/>
              <a:t>vasitəsilə</a:t>
            </a:r>
            <a:r>
              <a:rPr lang="en-US" dirty="0"/>
              <a:t> </a:t>
            </a:r>
            <a:r>
              <a:rPr lang="en-US" dirty="0" err="1"/>
              <a:t>emal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sorğu</a:t>
            </a:r>
            <a:r>
              <a:rPr lang="en-US" dirty="0"/>
              <a:t> </a:t>
            </a:r>
            <a:r>
              <a:rPr lang="en-US" dirty="0" err="1"/>
              <a:t>serverə</a:t>
            </a:r>
            <a:r>
              <a:rPr lang="en-US" dirty="0"/>
              <a:t> </a:t>
            </a:r>
            <a:r>
              <a:rPr lang="en-US" dirty="0" err="1"/>
              <a:t>çatmadığı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4625 </a:t>
            </a:r>
            <a:r>
              <a:rPr lang="en-US" dirty="0" err="1"/>
              <a:t>loqu</a:t>
            </a:r>
            <a:r>
              <a:rPr lang="en-US" dirty="0"/>
              <a:t> </a:t>
            </a:r>
            <a:r>
              <a:rPr lang="en-US" dirty="0" err="1"/>
              <a:t>jurnala</a:t>
            </a:r>
            <a:r>
              <a:rPr lang="en-US" dirty="0"/>
              <a:t> </a:t>
            </a:r>
            <a:r>
              <a:rPr lang="en-US" dirty="0" err="1"/>
              <a:t>düşmür.Saat</a:t>
            </a:r>
            <a:r>
              <a:rPr lang="en-US" dirty="0"/>
              <a:t> </a:t>
            </a:r>
            <a:r>
              <a:rPr lang="en-US" dirty="0" err="1"/>
              <a:t>Desinxronizasiyası</a:t>
            </a:r>
            <a:r>
              <a:rPr lang="en-US" dirty="0"/>
              <a:t> (Time Difference): Active Directory </a:t>
            </a:r>
            <a:r>
              <a:rPr lang="en-US" dirty="0" err="1"/>
              <a:t>mühitində</a:t>
            </a:r>
            <a:r>
              <a:rPr lang="en-US" dirty="0"/>
              <a:t> Kerberos </a:t>
            </a:r>
            <a:r>
              <a:rPr lang="en-US" dirty="0" err="1"/>
              <a:t>protokolunun</a:t>
            </a:r>
            <a:r>
              <a:rPr lang="en-US" dirty="0"/>
              <a:t> </a:t>
            </a:r>
            <a:r>
              <a:rPr lang="en-US" dirty="0" err="1"/>
              <a:t>təhlükəsizlik</a:t>
            </a:r>
            <a:r>
              <a:rPr lang="en-US" dirty="0"/>
              <a:t> </a:t>
            </a:r>
            <a:r>
              <a:rPr lang="en-US" dirty="0" err="1"/>
              <a:t>qaydalarına</a:t>
            </a:r>
            <a:r>
              <a:rPr lang="en-US" dirty="0"/>
              <a:t> </a:t>
            </a:r>
            <a:r>
              <a:rPr lang="en-US" dirty="0" err="1"/>
              <a:t>görə</a:t>
            </a:r>
            <a:r>
              <a:rPr lang="en-US" dirty="0"/>
              <a:t>, server </a:t>
            </a:r>
            <a:r>
              <a:rPr lang="en-US" dirty="0" err="1"/>
              <a:t>ilə</a:t>
            </a:r>
            <a:r>
              <a:rPr lang="en-US" dirty="0"/>
              <a:t> client </a:t>
            </a:r>
            <a:r>
              <a:rPr lang="en-US" dirty="0" err="1"/>
              <a:t>arasındakı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fərqi</a:t>
            </a:r>
            <a:r>
              <a:rPr lang="en-US" dirty="0"/>
              <a:t> 5 </a:t>
            </a:r>
            <a:r>
              <a:rPr lang="en-US" dirty="0" err="1"/>
              <a:t>dəqiqədən</a:t>
            </a:r>
            <a:r>
              <a:rPr lang="en-US" dirty="0"/>
              <a:t> </a:t>
            </a:r>
            <a:r>
              <a:rPr lang="en-US" dirty="0" err="1"/>
              <a:t>çox</a:t>
            </a:r>
            <a:r>
              <a:rPr lang="en-US" dirty="0"/>
              <a:t> </a:t>
            </a:r>
            <a:r>
              <a:rPr lang="en-US" dirty="0" err="1"/>
              <a:t>olduqda</a:t>
            </a:r>
            <a:r>
              <a:rPr lang="en-US" dirty="0"/>
              <a:t> </a:t>
            </a:r>
            <a:r>
              <a:rPr lang="en-US" dirty="0" err="1"/>
              <a:t>mərkəzi</a:t>
            </a:r>
            <a:r>
              <a:rPr lang="en-US" dirty="0"/>
              <a:t> </a:t>
            </a:r>
            <a:r>
              <a:rPr lang="en-US" dirty="0" err="1"/>
              <a:t>autentifikasiya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logların</a:t>
            </a:r>
            <a:r>
              <a:rPr lang="en-US" dirty="0"/>
              <a:t> </a:t>
            </a:r>
            <a:r>
              <a:rPr lang="en-US" dirty="0" err="1"/>
              <a:t>ötürülməsi</a:t>
            </a:r>
            <a:r>
              <a:rPr lang="en-US" dirty="0"/>
              <a:t> </a:t>
            </a:r>
            <a:r>
              <a:rPr lang="en-US" dirty="0" err="1"/>
              <a:t>bloklanır.Həlli</a:t>
            </a:r>
            <a:r>
              <a:rPr lang="en-US" dirty="0"/>
              <a:t> (Troubleshooting </a:t>
            </a:r>
            <a:r>
              <a:rPr lang="en-US" dirty="0" err="1"/>
              <a:t>Addımları</a:t>
            </a:r>
            <a:r>
              <a:rPr lang="en-US" dirty="0"/>
              <a:t>):Client </a:t>
            </a:r>
            <a:r>
              <a:rPr lang="en-US" dirty="0" err="1"/>
              <a:t>maşında</a:t>
            </a:r>
            <a:r>
              <a:rPr lang="en-US" dirty="0"/>
              <a:t> </a:t>
            </a:r>
            <a:r>
              <a:rPr lang="en-US" dirty="0" err="1"/>
              <a:t>nslookup</a:t>
            </a:r>
            <a:r>
              <a:rPr lang="en-US" dirty="0"/>
              <a:t> </a:t>
            </a:r>
            <a:r>
              <a:rPr lang="en-US" dirty="0" err="1"/>
              <a:t>corp.local</a:t>
            </a:r>
            <a:r>
              <a:rPr lang="en-US" dirty="0"/>
              <a:t> </a:t>
            </a:r>
            <a:r>
              <a:rPr lang="en-US" dirty="0" err="1"/>
              <a:t>yoxlanışı</a:t>
            </a:r>
            <a:r>
              <a:rPr lang="en-US" dirty="0"/>
              <a:t> </a:t>
            </a:r>
            <a:r>
              <a:rPr lang="en-US" dirty="0" err="1"/>
              <a:t>aparılaraq</a:t>
            </a:r>
            <a:r>
              <a:rPr lang="en-US" dirty="0"/>
              <a:t> DNS </a:t>
            </a:r>
            <a:r>
              <a:rPr lang="en-US" dirty="0" err="1"/>
              <a:t>sazlamaları</a:t>
            </a:r>
            <a:r>
              <a:rPr lang="en-US" dirty="0"/>
              <a:t> </a:t>
            </a:r>
            <a:r>
              <a:rPr lang="en-US" dirty="0" err="1"/>
              <a:t>korreksiya</a:t>
            </a:r>
            <a:r>
              <a:rPr lang="en-US" dirty="0"/>
              <a:t> </a:t>
            </a:r>
            <a:r>
              <a:rPr lang="en-US" dirty="0" err="1"/>
              <a:t>edilmişdir</a:t>
            </a:r>
            <a:r>
              <a:rPr lang="en-US" dirty="0"/>
              <a:t>.  net time \\SRV-DC01 /set /y </a:t>
            </a:r>
            <a:r>
              <a:rPr lang="en-US" dirty="0" err="1"/>
              <a:t>əmri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 client </a:t>
            </a:r>
            <a:r>
              <a:rPr lang="en-US" dirty="0" err="1"/>
              <a:t>maşının</a:t>
            </a:r>
            <a:r>
              <a:rPr lang="en-US" dirty="0"/>
              <a:t> </a:t>
            </a:r>
            <a:r>
              <a:rPr lang="en-US" dirty="0" err="1"/>
              <a:t>saatı</a:t>
            </a:r>
            <a:r>
              <a:rPr lang="en-US" dirty="0"/>
              <a:t> Domain Controller </a:t>
            </a:r>
            <a:r>
              <a:rPr lang="en-US" dirty="0" err="1"/>
              <a:t>ilə</a:t>
            </a:r>
            <a:r>
              <a:rPr lang="en-US" dirty="0"/>
              <a:t> tam </a:t>
            </a:r>
            <a:r>
              <a:rPr lang="en-US" dirty="0" err="1"/>
              <a:t>sinxronizasiya</a:t>
            </a:r>
            <a:r>
              <a:rPr lang="en-US" dirty="0"/>
              <a:t> </a:t>
            </a:r>
            <a:r>
              <a:rPr lang="en-US" dirty="0" err="1"/>
              <a:t>olunmuşdur.Sorğunun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təhlükəsizlik</a:t>
            </a:r>
            <a:r>
              <a:rPr lang="en-US" dirty="0"/>
              <a:t> </a:t>
            </a:r>
            <a:r>
              <a:rPr lang="en-US" dirty="0" err="1"/>
              <a:t>aləti</a:t>
            </a:r>
            <a:r>
              <a:rPr lang="en-US" dirty="0"/>
              <a:t> (LSASS) </a:t>
            </a:r>
            <a:r>
              <a:rPr lang="en-US" dirty="0" err="1"/>
              <a:t>tərəfindən</a:t>
            </a:r>
            <a:r>
              <a:rPr lang="en-US" dirty="0"/>
              <a:t> </a:t>
            </a:r>
            <a:r>
              <a:rPr lang="en-US" dirty="0" err="1"/>
              <a:t>qeydə</a:t>
            </a:r>
            <a:r>
              <a:rPr lang="en-US" dirty="0"/>
              <a:t> </a:t>
            </a:r>
            <a:r>
              <a:rPr lang="en-US" dirty="0" err="1"/>
              <a:t>alınmasını</a:t>
            </a:r>
            <a:r>
              <a:rPr lang="en-US" dirty="0"/>
              <a:t> </a:t>
            </a:r>
            <a:r>
              <a:rPr lang="en-US" dirty="0" err="1"/>
              <a:t>təmin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uğursuz</a:t>
            </a:r>
            <a:r>
              <a:rPr lang="en-US" dirty="0"/>
              <a:t> </a:t>
            </a:r>
            <a:r>
              <a:rPr lang="en-US" dirty="0" err="1"/>
              <a:t>şifrə</a:t>
            </a:r>
            <a:r>
              <a:rPr lang="en-US" dirty="0"/>
              <a:t> </a:t>
            </a:r>
            <a:r>
              <a:rPr lang="en-US" dirty="0" err="1"/>
              <a:t>simulyasiyası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Domain Controller-in </a:t>
            </a:r>
            <a:r>
              <a:rPr lang="en-US" dirty="0" err="1"/>
              <a:t>öz</a:t>
            </a:r>
            <a:r>
              <a:rPr lang="en-US" dirty="0"/>
              <a:t> </a:t>
            </a: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ekranında</a:t>
            </a:r>
            <a:r>
              <a:rPr lang="en-US" dirty="0"/>
              <a:t> </a:t>
            </a:r>
            <a:r>
              <a:rPr lang="en-US" dirty="0" err="1"/>
              <a:t>icra</a:t>
            </a:r>
            <a:r>
              <a:rPr lang="en-US" dirty="0"/>
              <a:t> </a:t>
            </a:r>
            <a:r>
              <a:rPr lang="en-US" dirty="0" err="1"/>
              <a:t>edilmiş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Event ID: 4625 </a:t>
            </a:r>
            <a:r>
              <a:rPr lang="en-US" dirty="0" err="1"/>
              <a:t>uğurla</a:t>
            </a:r>
            <a:r>
              <a:rPr lang="en-US" dirty="0"/>
              <a:t> </a:t>
            </a:r>
            <a:r>
              <a:rPr lang="en-US" dirty="0" err="1"/>
              <a:t>fiksasiya</a:t>
            </a:r>
            <a:r>
              <a:rPr lang="en-US" dirty="0"/>
              <a:t> </a:t>
            </a:r>
            <a:r>
              <a:rPr lang="en-US" dirty="0" err="1"/>
              <a:t>olunmuşdur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113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324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AD Troubleshooting </vt:lpstr>
      <vt:lpstr>Serveri Yoxla</vt:lpstr>
      <vt:lpstr>Səhv Şifrə Logunu Tap</vt:lpstr>
      <vt:lpstr>PowerPoint Presentation</vt:lpstr>
      <vt:lpstr>Problemin Təsviri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2026-06-07T21:37:02Z</dcterms:created>
  <dcterms:modified xsi:type="dcterms:W3CDTF">2026-06-07T22:14:24Z</dcterms:modified>
</cp:coreProperties>
</file>