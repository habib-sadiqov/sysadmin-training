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CF6B-5FEE-6006-27D8-529D500C0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83C19-7D87-3EE8-5A51-CE9016FBD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E6EF-5147-773E-D305-44A26979E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D68E7-F5A9-4D79-4864-F2CDDD4B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386FA-AB48-6550-B1F5-E50BBE64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1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0A95-A2ED-CD20-4CB0-59BD7E6E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2D6E4-34DE-1E6A-238E-591208E9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A9A48-F160-4513-2973-67DC6EEC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48218-6406-E39C-0F9C-2765062A4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74034-CE30-C86E-CD7E-D65F2F3E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32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3438-5844-0762-F433-D618761F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C473C-B944-FC21-ECCC-3EE31DC79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DE1AD-6238-C5F5-E1F5-4AE164D4A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6C645-0FE6-5BFE-2CB8-544D2F11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F4F1D-C72D-CDD4-78C7-AD02F139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19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92C7-79F2-8395-3850-47544EFB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06920-BE70-F188-334E-54726E961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6A6C2-9CA9-0F2D-7FA1-E080F22A5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2A71B-B3D8-7B26-A42D-A64BCD54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2ED6D-86CC-3F62-5B30-219C3B43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13DC0-0428-B817-4535-FD749E47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4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A5E5-309F-656F-DEA3-F3E53C0C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F5FB2-1E11-27E5-5661-9D93F7E2B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679BF-9D29-393B-F354-C8595524B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D9B96-F815-E4E5-4B9B-EF565F2E6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B1F74-45E1-8385-5E1B-A987F72F1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84B5A5-CD66-3B54-5502-79E9F5CE6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4B7EF-C65A-24F1-E4B9-2A5BAE3C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313C39-49D8-778E-B888-A121BDF4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0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ED09-F560-C7A8-9C84-F5FA9475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F964C-49E8-2A97-C93C-D29884138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93009-09F7-96AE-7836-A8BE90F36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6CB0B-3428-F490-5F24-8663D247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E95C3-DF59-A988-7FF9-5DE16F5B3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D4A35-9788-1BC2-A7C1-BA995745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05AC-6EA2-B535-69F2-B73B0E94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7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E79F-2EEA-FB12-549F-8D87E0D9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A1C6-4F50-82EA-7E54-5A65441E1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F4F93-1CFA-2F2C-6F5A-FD279202D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AA8A2-A09D-2D74-915A-B0E88C50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BCFC2-ADC2-BAF9-A7DE-C190A4628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D7B3B-CFD6-AABA-621E-FB0A464C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2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91B1-4CE0-A4E0-77A7-727F91C9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37962B-5AA1-B2A3-8A25-9A14D72C7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16D91-70E2-8424-F5AD-555779CA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736E6-2952-4C89-7B91-D9D92D5B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70BC1-A6AC-CBCE-6FAC-13535F86E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DF451-429A-3567-E1BF-64E0B226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58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28909-1672-8863-A4B0-B1A1D526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10938-4961-CFD3-CC80-CDAAE266F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0F489-028F-694D-D3A5-A2583410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F0549-7DD4-5026-CFFA-4DC3FAF0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63C27-E15C-E840-3459-87303FC5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5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86972-8DE1-D1DC-6F89-E8B315302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D9405-65C4-A78A-42A5-CA33F106C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215F8-605F-C434-D588-F825AF5F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1926D-F723-AE46-C2D6-8A7850D5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A38A9-C456-A39B-05B2-351A9459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4C9FFD-5DDE-944E-560C-DD51F980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0AC56-FAED-6958-12F0-47CDFBF4C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4A576-6DFD-CE40-00F9-512081EEF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F3C9D-BF18-4A02-8D6E-D424AD617F9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F4F99-66C5-E948-7DFA-D4F0F7D48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4FB15-62E9-38AB-B922-27CCDA53B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96C88-9A81-471E-9563-B101A8C73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4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AAE5-A0A9-9304-C3C0-B8BF8BD36D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File Server </a:t>
            </a:r>
            <a:r>
              <a:rPr lang="fr-FR" dirty="0" err="1">
                <a:solidFill>
                  <a:srgbClr val="FF0000"/>
                </a:solidFill>
              </a:rPr>
              <a:t>və</a:t>
            </a:r>
            <a:r>
              <a:rPr lang="fr-FR" dirty="0">
                <a:solidFill>
                  <a:srgbClr val="FF0000"/>
                </a:solidFill>
              </a:rPr>
              <a:t> NTFS Permissions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85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02AB-66A9-EF11-842F-6787C9E3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Korporativ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Qovluq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Strukturunun</a:t>
            </a:r>
            <a:r>
              <a:rPr lang="en-US" b="1" dirty="0">
                <a:solidFill>
                  <a:srgbClr val="FF0000"/>
                </a:solidFill>
              </a:rPr>
              <a:t> Yaradılması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F79F-83F6-1521-3324-1C1CDD34A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İlk </a:t>
            </a:r>
            <a:r>
              <a:rPr lang="en-US" dirty="0" err="1"/>
              <a:t>öncə</a:t>
            </a:r>
            <a:r>
              <a:rPr lang="en-US" dirty="0"/>
              <a:t> </a:t>
            </a:r>
            <a:r>
              <a:rPr lang="en-US" dirty="0" err="1"/>
              <a:t>serverin</a:t>
            </a:r>
            <a:r>
              <a:rPr lang="en-US" dirty="0"/>
              <a:t> </a:t>
            </a:r>
            <a:r>
              <a:rPr lang="en-US" dirty="0" err="1"/>
              <a:t>daxilində</a:t>
            </a:r>
            <a:r>
              <a:rPr lang="en-US" dirty="0"/>
              <a:t> </a:t>
            </a:r>
            <a:r>
              <a:rPr lang="en-US" dirty="0" err="1"/>
              <a:t>məlumatların</a:t>
            </a:r>
            <a:r>
              <a:rPr lang="en-US" dirty="0"/>
              <a:t> </a:t>
            </a:r>
            <a:r>
              <a:rPr lang="en-US" dirty="0" err="1"/>
              <a:t>saxlanılacağı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diski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qovluq</a:t>
            </a:r>
            <a:r>
              <a:rPr lang="en-US" dirty="0"/>
              <a:t> </a:t>
            </a:r>
            <a:r>
              <a:rPr lang="en-US" dirty="0" err="1"/>
              <a:t>iyerarxiyasını</a:t>
            </a:r>
            <a:r>
              <a:rPr lang="en-US" dirty="0"/>
              <a:t> </a:t>
            </a:r>
            <a:r>
              <a:rPr lang="en-US" dirty="0" err="1"/>
              <a:t>quraq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Serverdə</a:t>
            </a:r>
            <a:r>
              <a:rPr lang="en-US" dirty="0"/>
              <a:t> C:\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hansı</a:t>
            </a:r>
            <a:r>
              <a:rPr lang="en-US" dirty="0"/>
              <a:t> </a:t>
            </a:r>
            <a:r>
              <a:rPr lang="en-US" dirty="0" err="1"/>
              <a:t>boş</a:t>
            </a:r>
            <a:r>
              <a:rPr lang="en-US" dirty="0"/>
              <a:t> </a:t>
            </a:r>
            <a:r>
              <a:rPr lang="en-US" dirty="0" err="1"/>
              <a:t>diskin</a:t>
            </a:r>
            <a:r>
              <a:rPr lang="en-US" dirty="0"/>
              <a:t> </a:t>
            </a:r>
            <a:r>
              <a:rPr lang="en-US" dirty="0" err="1"/>
              <a:t>daxilində</a:t>
            </a:r>
            <a:r>
              <a:rPr lang="en-US" dirty="0"/>
              <a:t> </a:t>
            </a:r>
            <a:r>
              <a:rPr lang="en-US" dirty="0" err="1"/>
              <a:t>Company_Data</a:t>
            </a:r>
            <a:r>
              <a:rPr lang="en-US" dirty="0"/>
              <a:t> </a:t>
            </a:r>
            <a:r>
              <a:rPr lang="en-US" dirty="0" err="1"/>
              <a:t>adlı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qovluq</a:t>
            </a:r>
            <a:r>
              <a:rPr lang="en-US" dirty="0"/>
              <a:t> </a:t>
            </a:r>
            <a:r>
              <a:rPr lang="en-US" dirty="0" err="1"/>
              <a:t>yarat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 </a:t>
            </a:r>
            <a:r>
              <a:rPr lang="en-US" dirty="0" err="1"/>
              <a:t>qovluğun</a:t>
            </a:r>
            <a:r>
              <a:rPr lang="en-US" dirty="0"/>
              <a:t> </a:t>
            </a:r>
            <a:r>
              <a:rPr lang="en-US" dirty="0" err="1"/>
              <a:t>daxilinə</a:t>
            </a:r>
            <a:r>
              <a:rPr lang="en-US" dirty="0"/>
              <a:t> </a:t>
            </a:r>
            <a:r>
              <a:rPr lang="en-US" dirty="0" err="1"/>
              <a:t>keçərək</a:t>
            </a:r>
            <a:r>
              <a:rPr lang="en-US" dirty="0"/>
              <a:t> </a:t>
            </a:r>
            <a:r>
              <a:rPr lang="en-US" dirty="0" err="1"/>
              <a:t>şöbələr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alt </a:t>
            </a:r>
            <a:r>
              <a:rPr lang="en-US" dirty="0" err="1"/>
              <a:t>qovluqlar</a:t>
            </a:r>
            <a:r>
              <a:rPr lang="en-US" dirty="0"/>
              <a:t> </a:t>
            </a:r>
            <a:r>
              <a:rPr lang="en-US" dirty="0" err="1"/>
              <a:t>yarat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IT_Data</a:t>
            </a:r>
            <a:endParaRPr lang="en-US" dirty="0"/>
          </a:p>
          <a:p>
            <a:r>
              <a:rPr lang="en-US" dirty="0" err="1"/>
              <a:t>HR_Data</a:t>
            </a:r>
            <a:endParaRPr lang="en-US" dirty="0"/>
          </a:p>
          <a:p>
            <a:r>
              <a:rPr lang="en-US" dirty="0" err="1"/>
              <a:t>Finance_Data</a:t>
            </a:r>
            <a:endParaRPr lang="en-US" dirty="0"/>
          </a:p>
          <a:p>
            <a:r>
              <a:rPr lang="en-US" dirty="0" err="1"/>
              <a:t>Public_Share</a:t>
            </a:r>
            <a:r>
              <a:rPr lang="en-US" dirty="0"/>
              <a:t> (</a:t>
            </a:r>
            <a:r>
              <a:rPr lang="en-US" dirty="0" err="1"/>
              <a:t>Hamının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edə</a:t>
            </a:r>
            <a:r>
              <a:rPr lang="en-US" dirty="0"/>
              <a:t> </a:t>
            </a:r>
            <a:r>
              <a:rPr lang="en-US" dirty="0" err="1"/>
              <a:t>biləcəyi</a:t>
            </a:r>
            <a:r>
              <a:rPr lang="en-US" dirty="0"/>
              <a:t> </a:t>
            </a:r>
            <a:r>
              <a:rPr lang="en-US" dirty="0" err="1"/>
              <a:t>ümumi</a:t>
            </a:r>
            <a:r>
              <a:rPr lang="en-US" dirty="0"/>
              <a:t> </a:t>
            </a:r>
            <a:r>
              <a:rPr lang="en-US" dirty="0" err="1"/>
              <a:t>qovluq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750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E6E7A-C61B-7546-4A49-4149C886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4"/>
          <a:stretch>
            <a:fillRect/>
          </a:stretch>
        </p:blipFill>
        <p:spPr>
          <a:xfrm>
            <a:off x="1419726" y="195439"/>
            <a:ext cx="9406853" cy="646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8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ED9C-77BE-A6FD-F7BD-9A30907B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Share Permissions (</a:t>
            </a:r>
            <a:r>
              <a:rPr lang="en-US" b="1" dirty="0" err="1">
                <a:solidFill>
                  <a:srgbClr val="FF0000"/>
                </a:solidFill>
              </a:rPr>
              <a:t>Şəbəkə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Paylaşımı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8FFBF-3482-6176-E020-037CAFCFC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İşçilərin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qovluqlara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kompüterlərindən</a:t>
            </a:r>
            <a:r>
              <a:rPr lang="en-US" dirty="0"/>
              <a:t> (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üzərindən</a:t>
            </a:r>
            <a:r>
              <a:rPr lang="en-US" dirty="0"/>
              <a:t>) </a:t>
            </a:r>
            <a:r>
              <a:rPr lang="en-US" dirty="0" err="1"/>
              <a:t>daxil</a:t>
            </a:r>
            <a:r>
              <a:rPr lang="en-US" dirty="0"/>
              <a:t> ola </a:t>
            </a:r>
            <a:r>
              <a:rPr lang="en-US" dirty="0" err="1"/>
              <a:t>bilməsi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qovluğu</a:t>
            </a:r>
            <a:r>
              <a:rPr lang="en-US" dirty="0"/>
              <a:t> </a:t>
            </a:r>
            <a:r>
              <a:rPr lang="en-US" dirty="0" err="1"/>
              <a:t>paylaşıma</a:t>
            </a:r>
            <a:r>
              <a:rPr lang="en-US" dirty="0"/>
              <a:t> </a:t>
            </a:r>
            <a:r>
              <a:rPr lang="en-US" dirty="0" err="1"/>
              <a:t>açmalıyıq</a:t>
            </a:r>
            <a:r>
              <a:rPr lang="en-US" dirty="0"/>
              <a:t>. </a:t>
            </a:r>
            <a:r>
              <a:rPr lang="en-US" dirty="0" err="1"/>
              <a:t>Qızıl</a:t>
            </a:r>
            <a:r>
              <a:rPr lang="en-US" dirty="0"/>
              <a:t> </a:t>
            </a:r>
            <a:r>
              <a:rPr lang="en-US" dirty="0" err="1"/>
              <a:t>Qayda</a:t>
            </a:r>
            <a:r>
              <a:rPr lang="en-US" dirty="0"/>
              <a:t>: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səviyyəsində</a:t>
            </a:r>
            <a:r>
              <a:rPr lang="en-US" dirty="0"/>
              <a:t> </a:t>
            </a:r>
            <a:r>
              <a:rPr lang="en-US" dirty="0" err="1"/>
              <a:t>icazəni</a:t>
            </a:r>
            <a:r>
              <a:rPr lang="en-US" dirty="0"/>
              <a:t> </a:t>
            </a:r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qoyub</a:t>
            </a:r>
            <a:r>
              <a:rPr lang="en-US" dirty="0"/>
              <a:t>, </a:t>
            </a:r>
            <a:r>
              <a:rPr lang="en-US" dirty="0" err="1"/>
              <a:t>daxili</a:t>
            </a:r>
            <a:r>
              <a:rPr lang="en-US" dirty="0"/>
              <a:t> </a:t>
            </a:r>
            <a:r>
              <a:rPr lang="en-US" dirty="0" err="1"/>
              <a:t>məhdudiyyətləri</a:t>
            </a:r>
            <a:r>
              <a:rPr lang="en-US" dirty="0"/>
              <a:t> </a:t>
            </a:r>
            <a:r>
              <a:rPr lang="en-US" dirty="0" err="1"/>
              <a:t>tamamilə</a:t>
            </a:r>
            <a:r>
              <a:rPr lang="en-US" dirty="0"/>
              <a:t> NTFS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</a:t>
            </a:r>
            <a:r>
              <a:rPr lang="en-US" dirty="0" err="1"/>
              <a:t>peşəkar</a:t>
            </a:r>
            <a:r>
              <a:rPr lang="en-US" dirty="0"/>
              <a:t> </a:t>
            </a:r>
            <a:r>
              <a:rPr lang="en-US" dirty="0" err="1"/>
              <a:t>SysAdmin</a:t>
            </a:r>
            <a:r>
              <a:rPr lang="en-US" dirty="0"/>
              <a:t> </a:t>
            </a:r>
            <a:r>
              <a:rPr lang="en-US" dirty="0" err="1"/>
              <a:t>yanaşmasıdır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Company_Data</a:t>
            </a:r>
            <a:r>
              <a:rPr lang="en-US" dirty="0"/>
              <a:t> </a:t>
            </a:r>
            <a:r>
              <a:rPr lang="en-US" dirty="0" err="1"/>
              <a:t>qovluğunun</a:t>
            </a:r>
            <a:r>
              <a:rPr lang="en-US" dirty="0"/>
              <a:t> </a:t>
            </a:r>
            <a:r>
              <a:rPr lang="en-US" dirty="0" err="1"/>
              <a:t>üzərinə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-&gt; Properties (</a:t>
            </a:r>
            <a:r>
              <a:rPr lang="en-US" dirty="0" err="1"/>
              <a:t>Xüsusiyyətlər</a:t>
            </a:r>
            <a:r>
              <a:rPr lang="en-US" dirty="0"/>
              <a:t>) </a:t>
            </a:r>
            <a:r>
              <a:rPr lang="en-US" dirty="0" err="1"/>
              <a:t>bölməsinə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Sharing </a:t>
            </a:r>
            <a:r>
              <a:rPr lang="en-US" dirty="0" err="1"/>
              <a:t>tabına</a:t>
            </a:r>
            <a:r>
              <a:rPr lang="en-US" dirty="0"/>
              <a:t> </a:t>
            </a:r>
            <a:r>
              <a:rPr lang="en-US" dirty="0" err="1"/>
              <a:t>keç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Advanced Sharing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"Share this folder" </a:t>
            </a:r>
            <a:r>
              <a:rPr lang="en-US" dirty="0" err="1"/>
              <a:t>quşunu</a:t>
            </a:r>
            <a:r>
              <a:rPr lang="en-US" dirty="0"/>
              <a:t> </a:t>
            </a:r>
            <a:r>
              <a:rPr lang="en-US" dirty="0" err="1"/>
              <a:t>aktiv</a:t>
            </a:r>
            <a:r>
              <a:rPr lang="en-US" dirty="0"/>
              <a:t> et.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Permissions </a:t>
            </a:r>
            <a:r>
              <a:rPr lang="en-US" dirty="0" err="1"/>
              <a:t>düyməsinə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:</a:t>
            </a:r>
          </a:p>
          <a:p>
            <a:r>
              <a:rPr lang="en-US" dirty="0" err="1"/>
              <a:t>Siyahıda</a:t>
            </a:r>
            <a:r>
              <a:rPr lang="en-US" dirty="0"/>
              <a:t> Everyone (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kəs</a:t>
            </a:r>
            <a:r>
              <a:rPr lang="en-US" dirty="0"/>
              <a:t>) </a:t>
            </a:r>
            <a:r>
              <a:rPr lang="en-US" dirty="0" err="1"/>
              <a:t>qrupunu</a:t>
            </a:r>
            <a:r>
              <a:rPr lang="en-US" dirty="0"/>
              <a:t> </a:t>
            </a:r>
            <a:r>
              <a:rPr lang="en-US" dirty="0" err="1"/>
              <a:t>seç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Full Control (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Change/Read) </a:t>
            </a:r>
            <a:r>
              <a:rPr lang="en-US" dirty="0" err="1"/>
              <a:t>icazəsi</a:t>
            </a:r>
            <a:r>
              <a:rPr lang="en-US" dirty="0"/>
              <a:t> ver.</a:t>
            </a:r>
          </a:p>
          <a:p>
            <a:r>
              <a:rPr lang="en-US" dirty="0" err="1"/>
              <a:t>Narahat</a:t>
            </a:r>
            <a:r>
              <a:rPr lang="en-US" dirty="0"/>
              <a:t> </a:t>
            </a:r>
            <a:r>
              <a:rPr lang="en-US" dirty="0" err="1"/>
              <a:t>olma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kəsin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siləcəyi</a:t>
            </a:r>
            <a:r>
              <a:rPr lang="en-US" dirty="0"/>
              <a:t> </a:t>
            </a:r>
            <a:r>
              <a:rPr lang="en-US" dirty="0" err="1"/>
              <a:t>mənasına</a:t>
            </a:r>
            <a:r>
              <a:rPr lang="en-US" dirty="0"/>
              <a:t> </a:t>
            </a:r>
            <a:r>
              <a:rPr lang="en-US" dirty="0" err="1"/>
              <a:t>gəlmir</a:t>
            </a:r>
            <a:r>
              <a:rPr lang="en-US" dirty="0"/>
              <a:t>.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qapısını</a:t>
            </a:r>
            <a:r>
              <a:rPr lang="en-US" dirty="0"/>
              <a:t> </a:t>
            </a:r>
            <a:r>
              <a:rPr lang="en-US" dirty="0" err="1"/>
              <a:t>hamıya</a:t>
            </a:r>
            <a:r>
              <a:rPr lang="en-US" dirty="0"/>
              <a:t> </a:t>
            </a:r>
            <a:r>
              <a:rPr lang="en-US" dirty="0" err="1"/>
              <a:t>açırıq</a:t>
            </a:r>
            <a:r>
              <a:rPr lang="en-US" dirty="0"/>
              <a:t>, amma </a:t>
            </a:r>
            <a:r>
              <a:rPr lang="en-US" dirty="0" err="1"/>
              <a:t>otaqların</a:t>
            </a:r>
            <a:r>
              <a:rPr lang="en-US" dirty="0"/>
              <a:t> </a:t>
            </a:r>
            <a:r>
              <a:rPr lang="en-US" dirty="0" err="1"/>
              <a:t>qapısını</a:t>
            </a:r>
            <a:r>
              <a:rPr lang="en-US" dirty="0"/>
              <a:t> (alt </a:t>
            </a:r>
            <a:r>
              <a:rPr lang="en-US" dirty="0" err="1"/>
              <a:t>qovluqları</a:t>
            </a:r>
            <a:r>
              <a:rPr lang="en-US" dirty="0"/>
              <a:t>) NTFS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kilidləyəcəyik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Apply </a:t>
            </a:r>
            <a:r>
              <a:rPr lang="en-US" dirty="0" err="1"/>
              <a:t>və</a:t>
            </a:r>
            <a:r>
              <a:rPr lang="en-US" dirty="0"/>
              <a:t> OK </a:t>
            </a:r>
            <a:r>
              <a:rPr lang="en-US" dirty="0" err="1"/>
              <a:t>sıxaraq</a:t>
            </a:r>
            <a:r>
              <a:rPr lang="en-US" dirty="0"/>
              <a:t> </a:t>
            </a:r>
            <a:r>
              <a:rPr lang="en-US" dirty="0" err="1"/>
              <a:t>pəncərələri</a:t>
            </a:r>
            <a:r>
              <a:rPr lang="en-US" dirty="0"/>
              <a:t> </a:t>
            </a:r>
            <a:r>
              <a:rPr lang="en-US" dirty="0" err="1"/>
              <a:t>bağla</a:t>
            </a:r>
            <a:r>
              <a:rPr lang="en-US" dirty="0"/>
              <a:t>. İndi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qovluğun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ünvanı</a:t>
            </a:r>
            <a:r>
              <a:rPr lang="en-US" dirty="0"/>
              <a:t> (UNC Path) </a:t>
            </a:r>
            <a:r>
              <a:rPr lang="en-US" dirty="0" err="1"/>
              <a:t>belə</a:t>
            </a:r>
            <a:r>
              <a:rPr lang="en-US" dirty="0"/>
              <a:t> </a:t>
            </a:r>
            <a:r>
              <a:rPr lang="en-US" dirty="0" err="1"/>
              <a:t>olacaq</a:t>
            </a:r>
            <a:r>
              <a:rPr lang="en-US" dirty="0"/>
              <a:t>: \\SRV-DC01\Company_Data.</a:t>
            </a:r>
          </a:p>
        </p:txBody>
      </p:sp>
    </p:spTree>
    <p:extLst>
      <p:ext uri="{BB962C8B-B14F-4D97-AF65-F5344CB8AC3E}">
        <p14:creationId xmlns:p14="http://schemas.microsoft.com/office/powerpoint/2010/main" val="37292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C18554-C267-D5BD-7230-A57BD0CCB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1047417"/>
            <a:ext cx="10364646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8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10C0-2E21-1EF1-F759-0186087E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" y="112877"/>
            <a:ext cx="12034345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NTFS Permissions (</a:t>
            </a:r>
            <a:r>
              <a:rPr lang="en-US" b="1" dirty="0" err="1">
                <a:solidFill>
                  <a:srgbClr val="FF0000"/>
                </a:solidFill>
              </a:rPr>
              <a:t>Təhlükəsizlik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Məhdudiyyətlər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95B7C-B1AE-150C-EB2C-96AA49D1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38" y="1438440"/>
            <a:ext cx="11876690" cy="518307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İndi </a:t>
            </a:r>
            <a:r>
              <a:rPr lang="en-US" dirty="0" err="1"/>
              <a:t>isə</a:t>
            </a:r>
            <a:r>
              <a:rPr lang="en-US" dirty="0"/>
              <a:t> </a:t>
            </a:r>
            <a:r>
              <a:rPr lang="en-US" dirty="0" err="1"/>
              <a:t>ən</a:t>
            </a:r>
            <a:r>
              <a:rPr lang="en-US" dirty="0"/>
              <a:t> </a:t>
            </a:r>
            <a:r>
              <a:rPr lang="en-US" dirty="0" err="1"/>
              <a:t>kritik</a:t>
            </a:r>
            <a:r>
              <a:rPr lang="en-US" dirty="0"/>
              <a:t> </a:t>
            </a:r>
            <a:r>
              <a:rPr lang="en-US" dirty="0" err="1"/>
              <a:t>mərhələyə</a:t>
            </a:r>
            <a:r>
              <a:rPr lang="en-US" dirty="0"/>
              <a:t> </a:t>
            </a:r>
            <a:r>
              <a:rPr lang="en-US" dirty="0" err="1"/>
              <a:t>gəldik</a:t>
            </a:r>
            <a:r>
              <a:rPr lang="en-US" dirty="0"/>
              <a:t>: </a:t>
            </a:r>
            <a:r>
              <a:rPr lang="en-US" dirty="0" err="1"/>
              <a:t>Şöbə</a:t>
            </a:r>
            <a:r>
              <a:rPr lang="en-US" dirty="0"/>
              <a:t> </a:t>
            </a:r>
            <a:r>
              <a:rPr lang="en-US" dirty="0" err="1"/>
              <a:t>qovluqlarını</a:t>
            </a:r>
            <a:r>
              <a:rPr lang="en-US" dirty="0"/>
              <a:t> </a:t>
            </a:r>
            <a:r>
              <a:rPr lang="en-US" dirty="0" err="1"/>
              <a:t>kilidləmək</a:t>
            </a:r>
            <a:r>
              <a:rPr lang="en-US" dirty="0"/>
              <a:t>. Misal </a:t>
            </a:r>
            <a:r>
              <a:rPr lang="en-US" dirty="0" err="1"/>
              <a:t>olaraq</a:t>
            </a:r>
            <a:r>
              <a:rPr lang="en-US" dirty="0"/>
              <a:t> </a:t>
            </a:r>
            <a:r>
              <a:rPr lang="en-US" dirty="0" err="1"/>
              <a:t>HR_Data</a:t>
            </a:r>
            <a:r>
              <a:rPr lang="en-US" dirty="0"/>
              <a:t> </a:t>
            </a:r>
            <a:r>
              <a:rPr lang="en-US" dirty="0" err="1"/>
              <a:t>qovluğunu</a:t>
            </a:r>
            <a:r>
              <a:rPr lang="en-US" dirty="0"/>
              <a:t> </a:t>
            </a:r>
            <a:r>
              <a:rPr lang="en-US" dirty="0" err="1"/>
              <a:t>elə</a:t>
            </a:r>
            <a:r>
              <a:rPr lang="en-US" dirty="0"/>
              <a:t> </a:t>
            </a:r>
            <a:r>
              <a:rPr lang="en-US" dirty="0" err="1"/>
              <a:t>tənzimləyək</a:t>
            </a:r>
            <a:r>
              <a:rPr lang="en-US" dirty="0"/>
              <a:t> ki, </a:t>
            </a:r>
            <a:r>
              <a:rPr lang="en-US" dirty="0" err="1"/>
              <a:t>bura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HR </a:t>
            </a:r>
            <a:r>
              <a:rPr lang="en-US" dirty="0" err="1"/>
              <a:t>əməkdaşları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ola </a:t>
            </a:r>
            <a:r>
              <a:rPr lang="en-US" dirty="0" err="1"/>
              <a:t>bilsin</a:t>
            </a:r>
            <a:r>
              <a:rPr lang="en-US" dirty="0"/>
              <a:t>, Finance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kənar</a:t>
            </a:r>
            <a:r>
              <a:rPr lang="en-US" dirty="0"/>
              <a:t> </a:t>
            </a:r>
            <a:r>
              <a:rPr lang="en-US" dirty="0" err="1"/>
              <a:t>şəxslər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ola </a:t>
            </a:r>
            <a:r>
              <a:rPr lang="en-US" dirty="0" err="1"/>
              <a:t>bilməsin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HR_Data</a:t>
            </a:r>
            <a:r>
              <a:rPr lang="en-US" dirty="0"/>
              <a:t> </a:t>
            </a:r>
            <a:r>
              <a:rPr lang="en-US" dirty="0" err="1"/>
              <a:t>qovluğunun</a:t>
            </a:r>
            <a:r>
              <a:rPr lang="en-US" dirty="0"/>
              <a:t> </a:t>
            </a:r>
            <a:r>
              <a:rPr lang="en-US" dirty="0" err="1"/>
              <a:t>üzərinə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-&gt; Properties -&gt; Security (</a:t>
            </a:r>
            <a:r>
              <a:rPr lang="en-US" dirty="0" err="1"/>
              <a:t>Təhlükəsizlik</a:t>
            </a:r>
            <a:r>
              <a:rPr lang="en-US" dirty="0"/>
              <a:t>) </a:t>
            </a:r>
            <a:r>
              <a:rPr lang="en-US" dirty="0" err="1"/>
              <a:t>tabına</a:t>
            </a:r>
            <a:r>
              <a:rPr lang="en-US" dirty="0"/>
              <a:t> </a:t>
            </a:r>
            <a:r>
              <a:rPr lang="en-US" dirty="0" err="1"/>
              <a:t>keç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Aşağıdan</a:t>
            </a:r>
            <a:r>
              <a:rPr lang="en-US" dirty="0"/>
              <a:t> Advanced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Inheritance (Miras) </a:t>
            </a:r>
            <a:r>
              <a:rPr lang="en-US" dirty="0" err="1"/>
              <a:t>Məntiqi</a:t>
            </a:r>
            <a:r>
              <a:rPr lang="en-US" dirty="0"/>
              <a:t>: Bu </a:t>
            </a:r>
            <a:r>
              <a:rPr lang="en-US" dirty="0" err="1"/>
              <a:t>qovluq</a:t>
            </a:r>
            <a:r>
              <a:rPr lang="en-US" dirty="0"/>
              <a:t>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qovluqdan</a:t>
            </a:r>
            <a:r>
              <a:rPr lang="en-US" dirty="0"/>
              <a:t> (</a:t>
            </a:r>
            <a:r>
              <a:rPr lang="en-US" dirty="0" err="1"/>
              <a:t>Company_Data</a:t>
            </a:r>
            <a:r>
              <a:rPr lang="en-US" dirty="0"/>
              <a:t>) </a:t>
            </a:r>
            <a:r>
              <a:rPr lang="en-US" dirty="0" err="1"/>
              <a:t>gələn</a:t>
            </a:r>
            <a:r>
              <a:rPr lang="en-US" dirty="0"/>
              <a:t> </a:t>
            </a:r>
            <a:r>
              <a:rPr lang="en-US" dirty="0" err="1"/>
              <a:t>icazələri</a:t>
            </a:r>
            <a:r>
              <a:rPr lang="en-US" dirty="0"/>
              <a:t> </a:t>
            </a:r>
            <a:r>
              <a:rPr lang="en-US" dirty="0" err="1"/>
              <a:t>miras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Bu </a:t>
            </a:r>
            <a:r>
              <a:rPr lang="en-US" dirty="0" err="1"/>
              <a:t>mirası</a:t>
            </a:r>
            <a:r>
              <a:rPr lang="en-US" dirty="0"/>
              <a:t> </a:t>
            </a:r>
            <a:r>
              <a:rPr lang="en-US" dirty="0" err="1"/>
              <a:t>qırmalıyıq</a:t>
            </a:r>
            <a:r>
              <a:rPr lang="en-US" dirty="0"/>
              <a:t> ki, </a:t>
            </a:r>
            <a:r>
              <a:rPr lang="en-US" dirty="0" err="1"/>
              <a:t>özəl</a:t>
            </a:r>
            <a:r>
              <a:rPr lang="en-US" dirty="0"/>
              <a:t> </a:t>
            </a:r>
            <a:r>
              <a:rPr lang="en-US" dirty="0" err="1"/>
              <a:t>icazə</a:t>
            </a:r>
            <a:r>
              <a:rPr lang="en-US" dirty="0"/>
              <a:t> </a:t>
            </a:r>
            <a:r>
              <a:rPr lang="en-US" dirty="0" err="1"/>
              <a:t>verə</a:t>
            </a:r>
            <a:r>
              <a:rPr lang="en-US" dirty="0"/>
              <a:t> </a:t>
            </a:r>
            <a:r>
              <a:rPr lang="en-US" dirty="0" err="1"/>
              <a:t>bilək</a:t>
            </a:r>
            <a:r>
              <a:rPr lang="en-US" dirty="0"/>
              <a:t>.</a:t>
            </a:r>
          </a:p>
          <a:p>
            <a:r>
              <a:rPr lang="en-US" dirty="0" err="1"/>
              <a:t>Aşağıda</a:t>
            </a:r>
            <a:r>
              <a:rPr lang="en-US" dirty="0"/>
              <a:t> </a:t>
            </a:r>
            <a:r>
              <a:rPr lang="en-US" dirty="0" err="1"/>
              <a:t>yerləşən</a:t>
            </a:r>
            <a:r>
              <a:rPr lang="en-US" dirty="0"/>
              <a:t> Disable inheritance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.</a:t>
            </a:r>
          </a:p>
          <a:p>
            <a:r>
              <a:rPr lang="en-US" dirty="0" err="1"/>
              <a:t>Çıxan</a:t>
            </a:r>
            <a:r>
              <a:rPr lang="en-US" dirty="0"/>
              <a:t> </a:t>
            </a:r>
            <a:r>
              <a:rPr lang="en-US" dirty="0" err="1"/>
              <a:t>pəncərədə</a:t>
            </a:r>
            <a:r>
              <a:rPr lang="en-US" dirty="0"/>
              <a:t> "Convert inherited permissions into explicit permissions on this object" </a:t>
            </a:r>
            <a:r>
              <a:rPr lang="en-US" dirty="0" err="1"/>
              <a:t>seçimini</a:t>
            </a:r>
            <a:r>
              <a:rPr lang="en-US" dirty="0"/>
              <a:t> et (Bu, </a:t>
            </a:r>
            <a:r>
              <a:rPr lang="en-US" dirty="0" err="1"/>
              <a:t>mövcud</a:t>
            </a:r>
            <a:r>
              <a:rPr lang="en-US" dirty="0"/>
              <a:t> </a:t>
            </a:r>
            <a:r>
              <a:rPr lang="en-US" dirty="0" err="1"/>
              <a:t>icazələri</a:t>
            </a:r>
            <a:r>
              <a:rPr lang="en-US" dirty="0"/>
              <a:t> </a:t>
            </a:r>
            <a:r>
              <a:rPr lang="en-US" dirty="0" err="1"/>
              <a:t>saxlayır</a:t>
            </a:r>
            <a:r>
              <a:rPr lang="en-US" dirty="0"/>
              <a:t> ki, </a:t>
            </a:r>
            <a:r>
              <a:rPr lang="en-US" dirty="0" err="1"/>
              <a:t>sən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rahat</a:t>
            </a:r>
            <a:r>
              <a:rPr lang="en-US" dirty="0"/>
              <a:t> </a:t>
            </a:r>
            <a:r>
              <a:rPr lang="en-US" dirty="0" err="1"/>
              <a:t>təmizləyəsən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İndi Security </a:t>
            </a:r>
            <a:r>
              <a:rPr lang="en-US" dirty="0" err="1"/>
              <a:t>tabına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qayıt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Edit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:</a:t>
            </a:r>
          </a:p>
          <a:p>
            <a:r>
              <a:rPr lang="en-US" dirty="0" err="1"/>
              <a:t>Siyahıdan</a:t>
            </a:r>
            <a:r>
              <a:rPr lang="en-US" dirty="0"/>
              <a:t> </a:t>
            </a:r>
            <a:r>
              <a:rPr lang="en-US" dirty="0" err="1"/>
              <a:t>kənar</a:t>
            </a:r>
            <a:r>
              <a:rPr lang="en-US" dirty="0"/>
              <a:t> </a:t>
            </a:r>
            <a:r>
              <a:rPr lang="en-US" dirty="0" err="1"/>
              <a:t>qrupları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, Users, Everyone </a:t>
            </a:r>
            <a:r>
              <a:rPr lang="en-US" dirty="0" err="1"/>
              <a:t>və</a:t>
            </a:r>
            <a:r>
              <a:rPr lang="en-US" dirty="0"/>
              <a:t> s.) </a:t>
            </a:r>
            <a:r>
              <a:rPr lang="en-US" dirty="0" err="1"/>
              <a:t>seçib</a:t>
            </a:r>
            <a:r>
              <a:rPr lang="en-US" dirty="0"/>
              <a:t> Remove (Sil) </a:t>
            </a:r>
            <a:r>
              <a:rPr lang="en-US" dirty="0" err="1"/>
              <a:t>düyməsi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təmizlə</a:t>
            </a:r>
            <a:r>
              <a:rPr lang="en-US" dirty="0"/>
              <a:t>. </a:t>
            </a:r>
            <a:r>
              <a:rPr lang="en-US" dirty="0" err="1"/>
              <a:t>Sistemdə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SYSTEM, Administrators </a:t>
            </a:r>
            <a:r>
              <a:rPr lang="en-US" dirty="0" err="1"/>
              <a:t>qalsın</a:t>
            </a:r>
            <a:r>
              <a:rPr lang="en-US" dirty="0"/>
              <a:t>.</a:t>
            </a:r>
          </a:p>
          <a:p>
            <a:r>
              <a:rPr lang="en-US" dirty="0"/>
              <a:t>Add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Gün 2-də </a:t>
            </a:r>
            <a:r>
              <a:rPr lang="en-US" dirty="0" err="1"/>
              <a:t>yaratdığın</a:t>
            </a:r>
            <a:r>
              <a:rPr lang="en-US" dirty="0"/>
              <a:t> </a:t>
            </a:r>
            <a:r>
              <a:rPr lang="en-US" dirty="0" err="1"/>
              <a:t>HR_Staff</a:t>
            </a:r>
            <a:r>
              <a:rPr lang="en-US" dirty="0"/>
              <a:t> </a:t>
            </a:r>
            <a:r>
              <a:rPr lang="en-US" dirty="0" err="1"/>
              <a:t>qrupuna</a:t>
            </a:r>
            <a:r>
              <a:rPr lang="en-US" dirty="0"/>
              <a:t> aid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istifadəçiləri</a:t>
            </a:r>
            <a:r>
              <a:rPr lang="en-US" dirty="0"/>
              <a:t> </a:t>
            </a:r>
            <a:r>
              <a:rPr lang="en-US" dirty="0" err="1"/>
              <a:t>bura</a:t>
            </a:r>
            <a:r>
              <a:rPr lang="en-US" dirty="0"/>
              <a:t> </a:t>
            </a:r>
            <a:r>
              <a:rPr lang="en-US" dirty="0" err="1"/>
              <a:t>əlavə</a:t>
            </a:r>
            <a:r>
              <a:rPr lang="en-US" dirty="0"/>
              <a:t> et.</a:t>
            </a:r>
          </a:p>
          <a:p>
            <a:r>
              <a:rPr lang="en-US" dirty="0" err="1"/>
              <a:t>HR_Staff</a:t>
            </a:r>
            <a:r>
              <a:rPr lang="en-US" dirty="0"/>
              <a:t> </a:t>
            </a:r>
            <a:r>
              <a:rPr lang="en-US" dirty="0" err="1"/>
              <a:t>qrupunu</a:t>
            </a:r>
            <a:r>
              <a:rPr lang="en-US" dirty="0"/>
              <a:t> </a:t>
            </a:r>
            <a:r>
              <a:rPr lang="en-US" dirty="0" err="1"/>
              <a:t>seç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aşağıdan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Modify (</a:t>
            </a:r>
            <a:r>
              <a:rPr lang="en-US" dirty="0" err="1"/>
              <a:t>Dəyişdirmə</a:t>
            </a:r>
            <a:r>
              <a:rPr lang="en-US" dirty="0"/>
              <a:t> - </a:t>
            </a:r>
            <a:r>
              <a:rPr lang="en-US" dirty="0" err="1"/>
              <a:t>oxuma</a:t>
            </a:r>
            <a:r>
              <a:rPr lang="en-US" dirty="0"/>
              <a:t>, </a:t>
            </a:r>
            <a:r>
              <a:rPr lang="en-US" dirty="0" err="1"/>
              <a:t>yazma</a:t>
            </a:r>
            <a:r>
              <a:rPr lang="en-US" dirty="0"/>
              <a:t>, </a:t>
            </a:r>
            <a:r>
              <a:rPr lang="en-US" dirty="0" err="1"/>
              <a:t>silmə</a:t>
            </a:r>
            <a:r>
              <a:rPr lang="en-US" dirty="0"/>
              <a:t>) </a:t>
            </a:r>
            <a:r>
              <a:rPr lang="en-US" dirty="0" err="1"/>
              <a:t>icazəsi</a:t>
            </a:r>
            <a:r>
              <a:rPr lang="en-US" dirty="0"/>
              <a:t> ver.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prosesi</a:t>
            </a:r>
            <a:r>
              <a:rPr lang="en-US" dirty="0"/>
              <a:t> </a:t>
            </a:r>
            <a:r>
              <a:rPr lang="en-US" dirty="0" err="1"/>
              <a:t>Finance_Data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edib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Finance_Dept</a:t>
            </a:r>
            <a:r>
              <a:rPr lang="en-US" dirty="0"/>
              <a:t> </a:t>
            </a:r>
            <a:r>
              <a:rPr lang="en-US" dirty="0" err="1"/>
              <a:t>qrupuna</a:t>
            </a:r>
            <a:r>
              <a:rPr lang="en-US" dirty="0"/>
              <a:t>, </a:t>
            </a:r>
            <a:r>
              <a:rPr lang="en-US" dirty="0" err="1"/>
              <a:t>IT_Data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edib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IT_Admins</a:t>
            </a:r>
            <a:r>
              <a:rPr lang="en-US" dirty="0"/>
              <a:t> </a:t>
            </a:r>
            <a:r>
              <a:rPr lang="en-US" dirty="0" err="1"/>
              <a:t>qrupuna</a:t>
            </a:r>
            <a:r>
              <a:rPr lang="en-US" dirty="0"/>
              <a:t> Modify </a:t>
            </a:r>
            <a:r>
              <a:rPr lang="en-US" dirty="0" err="1"/>
              <a:t>icazəsi</a:t>
            </a:r>
            <a:r>
              <a:rPr lang="en-US" dirty="0"/>
              <a:t> ver.</a:t>
            </a:r>
          </a:p>
        </p:txBody>
      </p:sp>
    </p:spTree>
    <p:extLst>
      <p:ext uri="{BB962C8B-B14F-4D97-AF65-F5344CB8AC3E}">
        <p14:creationId xmlns:p14="http://schemas.microsoft.com/office/powerpoint/2010/main" val="172007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3AC953-C05E-BF91-3672-4776BDA70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349" y="569316"/>
            <a:ext cx="8441301" cy="571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73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74E83-F237-8DF9-6093-3E6DFE889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200" y="1152205"/>
            <a:ext cx="3667317" cy="45535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0EB52A-7CBE-99B3-2AB8-81593AE7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4" y="1152205"/>
            <a:ext cx="3410426" cy="4553585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0C4A7198-60AA-D50F-3897-67B250D23366}"/>
              </a:ext>
            </a:extLst>
          </p:cNvPr>
          <p:cNvSpPr/>
          <p:nvPr/>
        </p:nvSpPr>
        <p:spPr>
          <a:xfrm>
            <a:off x="3517009" y="3036174"/>
            <a:ext cx="493986" cy="7856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6760A5-44C4-636A-2E0E-67CFF09D2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997" y="1152205"/>
            <a:ext cx="3710709" cy="455358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04E53AE-CDEC-47FB-011E-8DF025E8003E}"/>
              </a:ext>
            </a:extLst>
          </p:cNvPr>
          <p:cNvSpPr/>
          <p:nvPr/>
        </p:nvSpPr>
        <p:spPr>
          <a:xfrm>
            <a:off x="7880722" y="3036174"/>
            <a:ext cx="493986" cy="7856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37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F520-8907-F23A-D412-7672A7DF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Client </a:t>
            </a:r>
            <a:r>
              <a:rPr lang="en-US" b="1" dirty="0" err="1">
                <a:solidFill>
                  <a:srgbClr val="FF0000"/>
                </a:solidFill>
              </a:rPr>
              <a:t>Maşında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Canlı</a:t>
            </a:r>
            <a:r>
              <a:rPr lang="en-US" b="1" dirty="0">
                <a:solidFill>
                  <a:srgbClr val="FF0000"/>
                </a:solidFill>
              </a:rPr>
              <a:t> Test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Sənədləşmə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13FAC-A82F-7155-B915-938B9CF1C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Ötən</a:t>
            </a:r>
            <a:r>
              <a:rPr lang="en-US" dirty="0"/>
              <a:t> </a:t>
            </a:r>
            <a:r>
              <a:rPr lang="en-US" dirty="0" err="1"/>
              <a:t>həftəki</a:t>
            </a:r>
            <a:r>
              <a:rPr lang="en-US" dirty="0"/>
              <a:t> </a:t>
            </a:r>
            <a:r>
              <a:rPr lang="en-US" dirty="0" err="1"/>
              <a:t>analizinə</a:t>
            </a:r>
            <a:r>
              <a:rPr lang="en-US" dirty="0"/>
              <a:t> </a:t>
            </a:r>
            <a:r>
              <a:rPr lang="en-US" dirty="0" err="1"/>
              <a:t>əsasən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tapşırığın</a:t>
            </a:r>
            <a:r>
              <a:rPr lang="en-US" dirty="0"/>
              <a:t> </a:t>
            </a:r>
            <a:r>
              <a:rPr lang="en-US" dirty="0" err="1"/>
              <a:t>işlədiyini</a:t>
            </a:r>
            <a:r>
              <a:rPr lang="en-US" dirty="0"/>
              <a:t> </a:t>
            </a:r>
            <a:r>
              <a:rPr lang="en-US" dirty="0" err="1"/>
              <a:t>mütləq</a:t>
            </a:r>
            <a:r>
              <a:rPr lang="en-US" dirty="0"/>
              <a:t> client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üzərindən</a:t>
            </a:r>
            <a:r>
              <a:rPr lang="en-US" dirty="0"/>
              <a:t> test </a:t>
            </a:r>
            <a:r>
              <a:rPr lang="en-US" dirty="0" err="1"/>
              <a:t>edib</a:t>
            </a:r>
            <a:r>
              <a:rPr lang="en-US" dirty="0"/>
              <a:t> </a:t>
            </a:r>
            <a:r>
              <a:rPr lang="en-US" dirty="0" err="1"/>
              <a:t>sənədləşdirməlisən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Windows 11 client </a:t>
            </a:r>
            <a:r>
              <a:rPr lang="en-US" dirty="0" err="1"/>
              <a:t>maşınına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, HR </a:t>
            </a:r>
            <a:r>
              <a:rPr lang="en-US" dirty="0" err="1"/>
              <a:t>şöbəsində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l.hasanova</a:t>
            </a:r>
            <a:r>
              <a:rPr lang="en-US" dirty="0"/>
              <a:t> </a:t>
            </a:r>
            <a:r>
              <a:rPr lang="en-US" dirty="0" err="1"/>
              <a:t>hesabı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 + R </a:t>
            </a:r>
            <a:r>
              <a:rPr lang="en-US" dirty="0" err="1"/>
              <a:t>düymələrini</a:t>
            </a:r>
            <a:r>
              <a:rPr lang="en-US" dirty="0"/>
              <a:t> </a:t>
            </a:r>
            <a:r>
              <a:rPr lang="en-US" dirty="0" err="1"/>
              <a:t>sıxaraq</a:t>
            </a:r>
            <a:r>
              <a:rPr lang="en-US" dirty="0"/>
              <a:t> Run </a:t>
            </a:r>
            <a:r>
              <a:rPr lang="en-US" dirty="0" err="1"/>
              <a:t>pəncərəsini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serverin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ünvanını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: \\SRV-DC01\Company_Data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Qarşına</a:t>
            </a:r>
            <a:r>
              <a:rPr lang="en-US" dirty="0"/>
              <a:t> </a:t>
            </a:r>
            <a:r>
              <a:rPr lang="en-US" dirty="0" err="1"/>
              <a:t>şöbə</a:t>
            </a:r>
            <a:r>
              <a:rPr lang="en-US" dirty="0"/>
              <a:t> </a:t>
            </a:r>
            <a:r>
              <a:rPr lang="en-US" dirty="0" err="1"/>
              <a:t>qovluqları</a:t>
            </a:r>
            <a:r>
              <a:rPr lang="en-US" dirty="0"/>
              <a:t> </a:t>
            </a:r>
            <a:r>
              <a:rPr lang="en-US" dirty="0" err="1"/>
              <a:t>çıxacaq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Uğurlu Test: </a:t>
            </a:r>
            <a:r>
              <a:rPr lang="en-US" dirty="0" err="1"/>
              <a:t>HR_Data</a:t>
            </a:r>
            <a:r>
              <a:rPr lang="en-US" dirty="0"/>
              <a:t> </a:t>
            </a:r>
            <a:r>
              <a:rPr lang="en-US" dirty="0" err="1"/>
              <a:t>qovluğuna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olmağa</a:t>
            </a:r>
            <a:r>
              <a:rPr lang="en-US" dirty="0"/>
              <a:t> </a:t>
            </a:r>
            <a:r>
              <a:rPr lang="en-US" dirty="0" err="1"/>
              <a:t>çalış</a:t>
            </a:r>
            <a:r>
              <a:rPr lang="en-US" dirty="0"/>
              <a:t>. </a:t>
            </a:r>
            <a:r>
              <a:rPr lang="en-US" dirty="0" err="1"/>
              <a:t>Qovluq</a:t>
            </a:r>
            <a:r>
              <a:rPr lang="en-US" dirty="0"/>
              <a:t> </a:t>
            </a:r>
            <a:r>
              <a:rPr lang="en-US" dirty="0" err="1"/>
              <a:t>maneəsiz</a:t>
            </a:r>
            <a:r>
              <a:rPr lang="en-US" dirty="0"/>
              <a:t> </a:t>
            </a:r>
            <a:r>
              <a:rPr lang="en-US" dirty="0" err="1"/>
              <a:t>açılmalıdır</a:t>
            </a:r>
            <a:r>
              <a:rPr lang="en-US" dirty="0"/>
              <a:t>. </a:t>
            </a:r>
            <a:r>
              <a:rPr lang="en-US" dirty="0" err="1"/>
              <a:t>Daxildə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mətn</a:t>
            </a:r>
            <a:r>
              <a:rPr lang="en-US" dirty="0"/>
              <a:t> </a:t>
            </a:r>
            <a:r>
              <a:rPr lang="en-US" dirty="0" err="1"/>
              <a:t>sənədi</a:t>
            </a:r>
            <a:r>
              <a:rPr lang="en-US" dirty="0"/>
              <a:t> (text document) </a:t>
            </a:r>
            <a:r>
              <a:rPr lang="en-US" dirty="0" err="1"/>
              <a:t>yarat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yadda </a:t>
            </a:r>
            <a:r>
              <a:rPr lang="en-US" dirty="0" err="1"/>
              <a:t>saxla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1578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E804C-03FA-F339-B952-190EF46B1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613969"/>
            <a:ext cx="7468642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08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F1B13-5A84-8F9D-72E2-2668A267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445859"/>
            <a:ext cx="7459116" cy="2476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6D7A4F-C167-DCD4-9AF5-8C21C0749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442" y="3935295"/>
            <a:ext cx="7563906" cy="2343477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B4BBAC15-29E6-ABA5-DE75-ED1BE3248883}"/>
              </a:ext>
            </a:extLst>
          </p:cNvPr>
          <p:cNvSpPr/>
          <p:nvPr/>
        </p:nvSpPr>
        <p:spPr>
          <a:xfrm>
            <a:off x="5743903" y="3229304"/>
            <a:ext cx="704193" cy="5360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0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562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File Server və NTFS Permissions </vt:lpstr>
      <vt:lpstr>Korporativ Qovluq Strukturunun Yaradılması</vt:lpstr>
      <vt:lpstr>PowerPoint Presentation</vt:lpstr>
      <vt:lpstr>Share Permissions (Şəbəkə Paylaşımı)</vt:lpstr>
      <vt:lpstr>PowerPoint Presentation</vt:lpstr>
      <vt:lpstr>NTFS Permissions (Təhlükəsizlik və Məhdudiyyətlər)</vt:lpstr>
      <vt:lpstr>PowerPoint Presentation</vt:lpstr>
      <vt:lpstr>PowerPoint Presentation</vt:lpstr>
      <vt:lpstr>Client Maşında Canlı Test və Sənədləşmə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2026-06-07T20:45:56Z</dcterms:created>
  <dcterms:modified xsi:type="dcterms:W3CDTF">2026-06-07T21:35:06Z</dcterms:modified>
</cp:coreProperties>
</file>