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85BB-C00C-4071-7923-6730188E2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E6814-E157-9F01-371F-F2B0A415F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CAB0A-3609-3CC0-6E21-CECFB5458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A320F-2916-F54E-1713-E530A3DC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D6613-52DE-0F2F-36CB-44F66204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8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4409-F730-9221-C5F3-EDF4F2B7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1BD78-2674-C170-A505-06181FCCE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66A16-45C9-AA3D-5A9D-E7E060CE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34AD2-01D8-F8F1-914B-364CEB9B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123C-84FD-2F39-8662-D1AFC76C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94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792ED-7F9A-4B52-8EAA-1F586836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FCB76-2867-76B8-BE20-16CD6B33C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5FDCE-CA01-3F15-DA22-2B42B9DC5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2A059-C1A7-B888-E735-B956B937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32663-CFC8-461C-5146-3405B728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04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A4A3B-480B-7223-D3CB-EF81AAAB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4091C-595F-3D18-AD9E-754B8C9F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6F5C4-2F0F-717A-5EE4-62363E50B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D5FC0-8D75-0F9A-BF13-C55CEF650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968AB-D796-5FB3-C196-F0B0FD3D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AF2BD-D01D-ADD9-75F7-3E7F0FE1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79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A4A2-D4A0-A77A-2912-C985A141D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79FD8-F086-7C40-FF85-D20C3B388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48B80-FC45-0AF4-57B4-AE21B3D2E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80643-3153-9B77-8CF6-197538634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05D36-9E4B-8DE6-F034-2FD142758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324A65-5C3B-4EFA-FD5C-8BD14524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2E642-B820-DA72-0890-801ED12C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F4EC1-F0CF-E045-C45B-89E23C3F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1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DD1C-9D16-8975-0075-05BD26C6F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9D1DB-E1F1-E6F8-E879-88A2F2801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869EB-A716-4C9D-727E-EC238C143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43D67-04FF-E8B0-4034-0DE94FE1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26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73D83-0D2E-9A93-042B-A651F7F0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FBEDA-A2F0-1DDA-4DC1-EC0307C3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C5919-DBDF-2E96-F100-3C503F61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0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437E-76A2-4A50-29A5-BA7E0829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CDAD1-1D0F-E1FC-C9EC-49D9F9F35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AA595-A694-165E-C990-2FDC3E1A3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1C3BE-6D0D-9DE0-8040-52A893BB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3CA37-673C-CF25-6558-4BA3EE7A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835F6-80C0-C4F9-662C-E061E0DB7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5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CD16-B247-AD92-52C6-4DB31B8F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97799-EEA0-F943-47E8-0FD15184B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D1231-51BD-847D-626A-D1C074F74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914C9-8F5F-694A-767B-28EA91BF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9C320-7824-0F8C-8D59-3C5CB6BD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2A4D9-D301-7907-AFCD-5134D2BF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3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28BA5-5420-AFEA-8630-DEA342CC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5A708-2FE2-70AA-6528-93DC352E7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4795-0C6F-6B35-EB2D-ACA3E68E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71340-B97A-4479-5E1D-5A8361C3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6007E-DCF3-745E-0ED8-F023FE04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9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B3247F-8E56-05E6-EE14-403FEA741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62A71-0672-C7FD-0DDD-822B3B1D8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1AD6B-E7BA-FE90-5790-1E59ACE9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492DF-3C87-2CC1-27CA-E8D3EF41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72C99-DDB7-6129-CDDA-4F8B43BDD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134EE0-DAA7-E2FE-92BC-707A45990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86167-8B0F-DAE3-A3C9-6EB0FA1F4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26886-7797-53EE-51C3-F9505B347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5408-F389-4B1A-BFD5-0741E1621BE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641C5-80B9-67FF-EE58-9C626B5F6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48B80-285C-A845-E624-234C73073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64B59-B0F1-4999-83B0-7C8D2398C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7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D0460A-1558-0F99-1463-500C78922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5" t="17737" r="54760" b="48436"/>
          <a:stretch>
            <a:fillRect/>
          </a:stretch>
        </p:blipFill>
        <p:spPr>
          <a:xfrm>
            <a:off x="5281740" y="1930641"/>
            <a:ext cx="5988863" cy="32750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87E6D3-613A-A2A8-6F84-90A15372090C}"/>
              </a:ext>
            </a:extLst>
          </p:cNvPr>
          <p:cNvSpPr txBox="1"/>
          <p:nvPr/>
        </p:nvSpPr>
        <p:spPr>
          <a:xfrm>
            <a:off x="921397" y="2452692"/>
            <a:ext cx="36319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Burada</a:t>
            </a:r>
            <a:r>
              <a:rPr lang="en-US" sz="2800" dirty="0"/>
              <a:t> CMD-</a:t>
            </a:r>
            <a:r>
              <a:rPr lang="en-US" sz="2800" dirty="0" err="1"/>
              <a:t>də</a:t>
            </a:r>
            <a:r>
              <a:rPr lang="en-US" sz="2800" dirty="0"/>
              <a:t> ipconfig </a:t>
            </a:r>
            <a:r>
              <a:rPr lang="en-US" sz="2800" dirty="0" err="1"/>
              <a:t>əmri</a:t>
            </a:r>
            <a:r>
              <a:rPr lang="en-US" sz="2800" dirty="0"/>
              <a:t> </a:t>
            </a:r>
            <a:r>
              <a:rPr lang="en-US" sz="2800" dirty="0" err="1"/>
              <a:t>ilə</a:t>
            </a:r>
            <a:r>
              <a:rPr lang="en-US" sz="2800" dirty="0"/>
              <a:t> </a:t>
            </a:r>
            <a:r>
              <a:rPr lang="en-US" sz="2800" dirty="0" err="1"/>
              <a:t>mənim</a:t>
            </a:r>
            <a:r>
              <a:rPr lang="en-US" sz="2800" dirty="0"/>
              <a:t> </a:t>
            </a:r>
            <a:r>
              <a:rPr lang="en-US" sz="2800" dirty="0" err="1"/>
              <a:t>kompüterimin</a:t>
            </a:r>
            <a:r>
              <a:rPr lang="en-US" sz="2800" dirty="0"/>
              <a:t> </a:t>
            </a:r>
            <a:r>
              <a:rPr lang="en-US" sz="2800" dirty="0" err="1"/>
              <a:t>aldığı</a:t>
            </a:r>
            <a:r>
              <a:rPr lang="en-US" sz="2800" dirty="0"/>
              <a:t> IP-</a:t>
            </a:r>
            <a:r>
              <a:rPr lang="en-US" sz="2800" dirty="0" err="1"/>
              <a:t>ni</a:t>
            </a:r>
            <a:r>
              <a:rPr lang="en-US" sz="2800" dirty="0"/>
              <a:t> </a:t>
            </a:r>
            <a:r>
              <a:rPr lang="en-US" sz="2800" dirty="0" err="1"/>
              <a:t>görə</a:t>
            </a:r>
            <a:r>
              <a:rPr lang="en-US" sz="2800" dirty="0"/>
              <a:t> </a:t>
            </a:r>
            <a:r>
              <a:rPr lang="en-US" sz="2800" dirty="0" err="1"/>
              <a:t>bilərik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2553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698DEA-5D36-9B8F-75C8-B57174739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871" y="1287623"/>
            <a:ext cx="8741749" cy="4917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EB591F-FC9A-DE85-BB08-FA253EDB232B}"/>
              </a:ext>
            </a:extLst>
          </p:cNvPr>
          <p:cNvSpPr txBox="1"/>
          <p:nvPr/>
        </p:nvSpPr>
        <p:spPr>
          <a:xfrm>
            <a:off x="1322871" y="468477"/>
            <a:ext cx="8741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dirty="0"/>
              <a:t>İndi VM serverini NAT edirik.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9515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6150-5292-C775-65CF-5FCD0789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5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</a:t>
            </a:r>
            <a:r>
              <a:rPr lang="az-Latn-AZ" dirty="0"/>
              <a:t>əticə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F1888-EECD-6F93-B3CD-739B9883C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08" y="1083453"/>
            <a:ext cx="10114384" cy="568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39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A325E-F74A-FCC2-865D-201F9341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İndi </a:t>
            </a:r>
            <a:r>
              <a:rPr lang="en-US" dirty="0" err="1"/>
              <a:t>isə</a:t>
            </a:r>
            <a:r>
              <a:rPr lang="en-US" dirty="0"/>
              <a:t> bridge </a:t>
            </a:r>
            <a:r>
              <a:rPr lang="en-US" dirty="0" err="1"/>
              <a:t>edirik</a:t>
            </a:r>
            <a:r>
              <a:rPr lang="az-Latn-AZ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CAE42-5E96-E165-5BCB-0C8527E54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68" y="1026368"/>
            <a:ext cx="10251232" cy="57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97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FB2C-516A-C536-9286-626C25F10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az-Latn-AZ" dirty="0"/>
              <a:t>Nəticə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ADDE5-5465-5C96-A151-760478BD2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077" y="1088764"/>
            <a:ext cx="9675845" cy="544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60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Nəticə</vt:lpstr>
      <vt:lpstr>İndi isə bridge edirik.</vt:lpstr>
      <vt:lpstr>Nəticə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2026-05-17T07:49:16Z</dcterms:created>
  <dcterms:modified xsi:type="dcterms:W3CDTF">2026-05-17T07:59:35Z</dcterms:modified>
</cp:coreProperties>
</file>