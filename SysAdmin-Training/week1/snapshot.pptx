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3BAA-1BBE-7088-520E-0A507E7F9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D9714F-258E-F75F-DBCF-08245F0DB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A6245-2751-C96B-9601-5ED2449A1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D78D5-3F00-48F3-8050-D6ECDE98510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ED16E-B80B-1136-1BF5-8776C0EA0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4E3D5-2528-8C68-3664-356CFE64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32D7-FA1C-47B5-8C05-816FB38CC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750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97332-3DFE-F22E-910A-139EFCA27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D02A9-18B3-B7B3-5DF5-D34D9D30F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F9BAC-BD4F-155B-B52F-7584A2F29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D78D5-3F00-48F3-8050-D6ECDE98510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4E007-55FD-A6A8-A141-A8F4D4D05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2AA89-FEC9-F140-DF74-E3ECF2A9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32D7-FA1C-47B5-8C05-816FB38CC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50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75247-7BFD-B1C2-B432-92FE9E59E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53F07-43BD-1C49-1973-740E648C5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69E14-BF63-5F70-4D5E-68EAE9D70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D78D5-3F00-48F3-8050-D6ECDE98510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DB55B-7C14-5B1B-BB4D-042144397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C6C40-D57D-7997-EA75-600106F7B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32D7-FA1C-47B5-8C05-816FB38CC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86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5496-F4C5-00A5-9391-544BC569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F65EC-24C4-21AE-D0D5-A917592D7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E2804-0015-8FE1-807F-168029BC2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35635-EDD6-F510-AFDB-DB11463AA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D78D5-3F00-48F3-8050-D6ECDE98510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510D0-3853-DBCD-0563-53E7A7E62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6C667-2F90-4FAF-09A4-8D7F744BE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32D7-FA1C-47B5-8C05-816FB38CC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54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E5FB0-4E14-1C7C-306E-B9DE0E90A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9BF7B-F4DE-6414-7B0D-2ACF70AF0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55453-5B2F-0C3E-D3E6-03DDF56F8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2B7A4F-868F-95F1-B4A9-25374CEBD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47323C-9345-1A4E-DDFD-FE4A918695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47B322-5BE8-3379-815A-D40CA916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D78D5-3F00-48F3-8050-D6ECDE98510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10E2DE-3DF8-1270-C322-89C1C2015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80DCC4-64CD-DB52-7C72-C2911F5F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32D7-FA1C-47B5-8C05-816FB38CC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93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127C-0789-9CF8-5171-7D427F1AB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399C5B-4A1F-A594-1443-90EBF7A3B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D78D5-3F00-48F3-8050-D6ECDE98510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1B5D8E-A101-681C-EEE5-ED3CD49D1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6F115-DD5A-A44A-EB41-8C2EA1A0D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32D7-FA1C-47B5-8C05-816FB38CC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488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1C3A3-1DB6-4510-A3E5-9F7CADE0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D78D5-3F00-48F3-8050-D6ECDE98510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95B0BF-FF05-F89C-58EF-FC8EA64F9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B9A1C-C91D-0D67-0963-CC9FE7D43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32D7-FA1C-47B5-8C05-816FB38CC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840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9B8D4-2EDF-369E-213B-DF8EA3F5D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6338B-AE59-86A5-BB54-00B6CC88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B4954-DBEA-712B-6B1D-137F472AE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26C77-E87F-9517-C4FC-261C066C3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D78D5-3F00-48F3-8050-D6ECDE98510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F41E3-4A47-042C-47C2-8F9BDF9DC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35A23E-6254-CF17-9363-9226DA1B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32D7-FA1C-47B5-8C05-816FB38CC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02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76D2F-5A73-297C-E23F-C103CF5BC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C84836-EC5B-85E5-34C6-81F3FEEBB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4D921-0EBE-891F-320E-A6C2ACABB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C4C71-4C8A-5803-6DD0-DF95B8A7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D78D5-3F00-48F3-8050-D6ECDE98510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7E996-3DD3-1910-BE33-C9489CAC9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8CB32-6E3D-96C5-9117-D35AFA164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32D7-FA1C-47B5-8C05-816FB38CC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47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41457-B7ED-E6A3-BA4B-83061F350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8891C5-836A-89F9-EFCB-5324E29FC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C284B-67E0-4341-B77B-692A0A7B0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D78D5-3F00-48F3-8050-D6ECDE98510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E62D9-7916-C2F7-32C0-7A6DCDF22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2BA27-EC25-50E6-7219-8CF97477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32D7-FA1C-47B5-8C05-816FB38CC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4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21A668-B4EC-70B8-D838-5B421816C8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ADAFB6-E7AB-E440-97A4-251972FF6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40786-C498-3FBB-0A00-9212F6456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D78D5-3F00-48F3-8050-D6ECDE98510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08AB-F8D4-1C58-7FC9-28B024EC1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78ECB-AB11-5AF4-B76C-DD633D21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B32D7-FA1C-47B5-8C05-816FB38CC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5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12AD1-1210-15D1-5BED-2A71D5958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9857C-4ED5-E589-2D4D-9E1DB4516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90C73-948E-910F-11B6-50DEFBAB9C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D78D5-3F00-48F3-8050-D6ECDE985103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15F5F-DFB0-C97D-E8A5-84CCAE408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E6CE5-CB50-F772-B8DA-3462D7297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B32D7-FA1C-47B5-8C05-816FB38CC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15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C065CA-B7EE-A860-8301-FD20698B4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" t="5142" r="27523" b="46756"/>
          <a:stretch>
            <a:fillRect/>
          </a:stretch>
        </p:blipFill>
        <p:spPr>
          <a:xfrm>
            <a:off x="1869977" y="1457908"/>
            <a:ext cx="8452046" cy="39421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A14DCA-778D-324B-C929-7D7CFA6DEC66}"/>
              </a:ext>
            </a:extLst>
          </p:cNvPr>
          <p:cNvSpPr txBox="1"/>
          <p:nvPr/>
        </p:nvSpPr>
        <p:spPr>
          <a:xfrm>
            <a:off x="3047223" y="454482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VM Server 2022 </a:t>
            </a:r>
            <a:r>
              <a:rPr lang="en-US" sz="2800" dirty="0" err="1"/>
              <a:t>üçün</a:t>
            </a:r>
            <a:r>
              <a:rPr lang="en-US" sz="2800" dirty="0"/>
              <a:t> snapshot </a:t>
            </a:r>
            <a:r>
              <a:rPr lang="en-US" sz="2800" dirty="0" err="1"/>
              <a:t>almaq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36403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BDEC70-6CF8-1389-F177-73AAEB2A4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8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C6935E-B241-B07F-9136-85B069C2F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12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1</cp:revision>
  <dcterms:created xsi:type="dcterms:W3CDTF">2026-05-17T08:30:16Z</dcterms:created>
  <dcterms:modified xsi:type="dcterms:W3CDTF">2026-05-17T08:47:36Z</dcterms:modified>
</cp:coreProperties>
</file>